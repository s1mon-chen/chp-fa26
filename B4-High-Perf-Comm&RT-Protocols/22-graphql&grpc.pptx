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3648" r:id="rId1"/>
  </p:sldMasterIdLst>
  <p:notesMasterIdLst>
    <p:notesMasterId r:id="rId50"/>
  </p:notesMasterIdLst>
  <p:sldIdLst>
    <p:sldId id="471" r:id="rId2"/>
    <p:sldId id="472" r:id="rId3"/>
    <p:sldId id="474" r:id="rId4"/>
    <p:sldId id="475" r:id="rId5"/>
    <p:sldId id="477" r:id="rId6"/>
    <p:sldId id="478" r:id="rId7"/>
    <p:sldId id="479" r:id="rId8"/>
    <p:sldId id="480" r:id="rId9"/>
    <p:sldId id="481" r:id="rId10"/>
    <p:sldId id="482" r:id="rId11"/>
    <p:sldId id="484" r:id="rId12"/>
    <p:sldId id="486" r:id="rId13"/>
    <p:sldId id="487" r:id="rId14"/>
    <p:sldId id="476" r:id="rId15"/>
    <p:sldId id="488" r:id="rId16"/>
    <p:sldId id="489" r:id="rId17"/>
    <p:sldId id="490" r:id="rId18"/>
    <p:sldId id="491" r:id="rId19"/>
    <p:sldId id="492" r:id="rId20"/>
    <p:sldId id="493" r:id="rId21"/>
    <p:sldId id="494" r:id="rId22"/>
    <p:sldId id="483" r:id="rId23"/>
    <p:sldId id="485" r:id="rId24"/>
    <p:sldId id="473" r:id="rId25"/>
    <p:sldId id="495" r:id="rId26"/>
    <p:sldId id="497" r:id="rId27"/>
    <p:sldId id="498" r:id="rId28"/>
    <p:sldId id="499" r:id="rId29"/>
    <p:sldId id="500" r:id="rId30"/>
    <p:sldId id="501" r:id="rId31"/>
    <p:sldId id="502" r:id="rId32"/>
    <p:sldId id="503" r:id="rId33"/>
    <p:sldId id="504" r:id="rId34"/>
    <p:sldId id="505" r:id="rId35"/>
    <p:sldId id="507" r:id="rId36"/>
    <p:sldId id="509" r:id="rId37"/>
    <p:sldId id="508" r:id="rId38"/>
    <p:sldId id="510" r:id="rId39"/>
    <p:sldId id="511" r:id="rId40"/>
    <p:sldId id="513" r:id="rId41"/>
    <p:sldId id="514" r:id="rId42"/>
    <p:sldId id="512" r:id="rId43"/>
    <p:sldId id="515" r:id="rId44"/>
    <p:sldId id="516" r:id="rId45"/>
    <p:sldId id="517" r:id="rId46"/>
    <p:sldId id="518" r:id="rId47"/>
    <p:sldId id="496" r:id="rId48"/>
    <p:sldId id="259" r:id="rId49"/>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a:srgbClr val="DBD8CF"/>
    <a:srgbClr val="C9C8B7"/>
    <a:srgbClr val="B9B799"/>
    <a:srgbClr val="A2FA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86" autoAdjust="0"/>
    <p:restoredTop sz="88407" autoAdjust="0"/>
  </p:normalViewPr>
  <p:slideViewPr>
    <p:cSldViewPr>
      <p:cViewPr varScale="1">
        <p:scale>
          <a:sx n="167" d="100"/>
          <a:sy n="167" d="100"/>
        </p:scale>
        <p:origin x="728" y="176"/>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116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370D2F6-41A1-4FB9-8DEA-0C65FD35AB0D}" type="datetimeFigureOut">
              <a:rPr lang="zh-CN" altLang="en-US" smtClean="0"/>
              <a:t>2025/12/10</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11221B5-E10A-485A-AB8F-213CB661A8F5}" type="slidenum">
              <a:rPr lang="zh-CN" altLang="en-US" smtClean="0"/>
              <a:t>‹#›</a:t>
            </a:fld>
            <a:endParaRPr lang="zh-CN" altLang="en-US"/>
          </a:p>
        </p:txBody>
      </p:sp>
    </p:spTree>
    <p:extLst>
      <p:ext uri="{BB962C8B-B14F-4D97-AF65-F5344CB8AC3E}">
        <p14:creationId xmlns:p14="http://schemas.microsoft.com/office/powerpoint/2010/main" val="1657874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en-US" altLang="zh-CN" baseline="0" dirty="0"/>
          </a:p>
        </p:txBody>
      </p:sp>
      <p:sp>
        <p:nvSpPr>
          <p:cNvPr id="4" name="灯片编号占位符 3"/>
          <p:cNvSpPr>
            <a:spLocks noGrp="1"/>
          </p:cNvSpPr>
          <p:nvPr>
            <p:ph type="sldNum" sz="quarter" idx="10"/>
          </p:nvPr>
        </p:nvSpPr>
        <p:spPr/>
        <p:txBody>
          <a:bodyPr/>
          <a:lstStyle/>
          <a:p>
            <a:fld id="{111221B5-E10A-485A-AB8F-213CB661A8F5}" type="slidenum">
              <a:rPr lang="zh-CN" altLang="en-US" smtClean="0"/>
              <a:t>2</a:t>
            </a:fld>
            <a:endParaRPr lang="zh-CN" altLang="en-US"/>
          </a:p>
        </p:txBody>
      </p:sp>
    </p:spTree>
    <p:extLst>
      <p:ext uri="{BB962C8B-B14F-4D97-AF65-F5344CB8AC3E}">
        <p14:creationId xmlns:p14="http://schemas.microsoft.com/office/powerpoint/2010/main" val="21235145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a:t>{</a:t>
            </a:r>
          </a:p>
          <a:p>
            <a:r>
              <a:rPr kumimoji="1" lang="en-US" altLang="zh-CN" dirty="0"/>
              <a:t>}</a:t>
            </a:r>
            <a:endParaRPr kumimoji="1" lang="zh-CN" altLang="en-US" dirty="0"/>
          </a:p>
        </p:txBody>
      </p:sp>
      <p:sp>
        <p:nvSpPr>
          <p:cNvPr id="4" name="灯片编号占位符 3"/>
          <p:cNvSpPr>
            <a:spLocks noGrp="1"/>
          </p:cNvSpPr>
          <p:nvPr>
            <p:ph type="sldNum" sz="quarter" idx="5"/>
          </p:nvPr>
        </p:nvSpPr>
        <p:spPr/>
        <p:txBody>
          <a:bodyPr/>
          <a:lstStyle/>
          <a:p>
            <a:fld id="{111221B5-E10A-485A-AB8F-213CB661A8F5}" type="slidenum">
              <a:rPr lang="zh-CN" altLang="en-US" smtClean="0"/>
              <a:t>23</a:t>
            </a:fld>
            <a:endParaRPr lang="zh-CN" altLang="en-US"/>
          </a:p>
        </p:txBody>
      </p:sp>
    </p:spTree>
    <p:extLst>
      <p:ext uri="{BB962C8B-B14F-4D97-AF65-F5344CB8AC3E}">
        <p14:creationId xmlns:p14="http://schemas.microsoft.com/office/powerpoint/2010/main" val="20186854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11221B5-E10A-485A-AB8F-213CB661A8F5}" type="slidenum">
              <a:rPr lang="zh-CN" altLang="en-US" smtClean="0"/>
              <a:t>31</a:t>
            </a:fld>
            <a:endParaRPr lang="zh-CN" altLang="en-US"/>
          </a:p>
        </p:txBody>
      </p:sp>
    </p:spTree>
    <p:extLst>
      <p:ext uri="{BB962C8B-B14F-4D97-AF65-F5344CB8AC3E}">
        <p14:creationId xmlns:p14="http://schemas.microsoft.com/office/powerpoint/2010/main" val="717285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EF950-CB5B-5515-E4DF-7FD138B877E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538A00A-5396-5F98-C640-F1A8F727B7B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AB88C78-BED9-E4A9-EFC3-AC037275A61A}"/>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CDB0BF5C-8770-AA59-D082-0A556D8EFEBB}"/>
              </a:ext>
            </a:extLst>
          </p:cNvPr>
          <p:cNvSpPr>
            <a:spLocks noGrp="1"/>
          </p:cNvSpPr>
          <p:nvPr>
            <p:ph type="sldNum" sz="quarter" idx="5"/>
          </p:nvPr>
        </p:nvSpPr>
        <p:spPr/>
        <p:txBody>
          <a:bodyPr/>
          <a:lstStyle/>
          <a:p>
            <a:fld id="{111221B5-E10A-485A-AB8F-213CB661A8F5}" type="slidenum">
              <a:rPr lang="zh-CN" altLang="en-US" smtClean="0"/>
              <a:t>32</a:t>
            </a:fld>
            <a:endParaRPr lang="zh-CN" altLang="en-US"/>
          </a:p>
        </p:txBody>
      </p:sp>
    </p:spTree>
    <p:extLst>
      <p:ext uri="{BB962C8B-B14F-4D97-AF65-F5344CB8AC3E}">
        <p14:creationId xmlns:p14="http://schemas.microsoft.com/office/powerpoint/2010/main" val="20791905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A276E-5D9C-9740-BF26-59B345E09F1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410B3D4-BC9B-0BB2-48B6-9DD977D069E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665E587-3C98-69DC-8012-C9D4A3627478}"/>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EF240C33-E52C-C4A2-B928-EC5C04799A4D}"/>
              </a:ext>
            </a:extLst>
          </p:cNvPr>
          <p:cNvSpPr>
            <a:spLocks noGrp="1"/>
          </p:cNvSpPr>
          <p:nvPr>
            <p:ph type="sldNum" sz="quarter" idx="5"/>
          </p:nvPr>
        </p:nvSpPr>
        <p:spPr/>
        <p:txBody>
          <a:bodyPr/>
          <a:lstStyle/>
          <a:p>
            <a:fld id="{111221B5-E10A-485A-AB8F-213CB661A8F5}" type="slidenum">
              <a:rPr lang="zh-CN" altLang="en-US" smtClean="0"/>
              <a:t>36</a:t>
            </a:fld>
            <a:endParaRPr lang="zh-CN" altLang="en-US"/>
          </a:p>
        </p:txBody>
      </p:sp>
    </p:spTree>
    <p:extLst>
      <p:ext uri="{BB962C8B-B14F-4D97-AF65-F5344CB8AC3E}">
        <p14:creationId xmlns:p14="http://schemas.microsoft.com/office/powerpoint/2010/main" val="41203029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11221B5-E10A-485A-AB8F-213CB661A8F5}" type="slidenum">
              <a:rPr lang="zh-CN" altLang="en-US" smtClean="0"/>
              <a:t>37</a:t>
            </a:fld>
            <a:endParaRPr lang="zh-CN" altLang="en-US"/>
          </a:p>
        </p:txBody>
      </p:sp>
    </p:spTree>
    <p:extLst>
      <p:ext uri="{BB962C8B-B14F-4D97-AF65-F5344CB8AC3E}">
        <p14:creationId xmlns:p14="http://schemas.microsoft.com/office/powerpoint/2010/main" val="1526032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C20D5-C46C-9D3B-B612-CAF326ECADE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CDCD1E-0DC6-BD52-F1CB-7E30E0F234F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684F371-E478-ACCA-91CE-2C63889DA3CC}"/>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10A59733-4CB7-AF46-FE8B-933A5683959B}"/>
              </a:ext>
            </a:extLst>
          </p:cNvPr>
          <p:cNvSpPr>
            <a:spLocks noGrp="1"/>
          </p:cNvSpPr>
          <p:nvPr>
            <p:ph type="sldNum" sz="quarter" idx="5"/>
          </p:nvPr>
        </p:nvSpPr>
        <p:spPr/>
        <p:txBody>
          <a:bodyPr/>
          <a:lstStyle/>
          <a:p>
            <a:fld id="{111221B5-E10A-485A-AB8F-213CB661A8F5}" type="slidenum">
              <a:rPr lang="zh-CN" altLang="en-US" smtClean="0"/>
              <a:t>38</a:t>
            </a:fld>
            <a:endParaRPr lang="zh-CN" altLang="en-US"/>
          </a:p>
        </p:txBody>
      </p:sp>
    </p:spTree>
    <p:extLst>
      <p:ext uri="{BB962C8B-B14F-4D97-AF65-F5344CB8AC3E}">
        <p14:creationId xmlns:p14="http://schemas.microsoft.com/office/powerpoint/2010/main" val="13768867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F2400-CAA6-176C-BE5B-4889ABA3D27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D13E1AC-58FA-ED37-CA86-843381CF811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5EDAFA9-DEDA-720C-97D4-B22461D85547}"/>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01C5F0C4-0EA5-4BD4-5019-08DB9D9D7EAC}"/>
              </a:ext>
            </a:extLst>
          </p:cNvPr>
          <p:cNvSpPr>
            <a:spLocks noGrp="1"/>
          </p:cNvSpPr>
          <p:nvPr>
            <p:ph type="sldNum" sz="quarter" idx="5"/>
          </p:nvPr>
        </p:nvSpPr>
        <p:spPr/>
        <p:txBody>
          <a:bodyPr/>
          <a:lstStyle/>
          <a:p>
            <a:fld id="{111221B5-E10A-485A-AB8F-213CB661A8F5}" type="slidenum">
              <a:rPr lang="zh-CN" altLang="en-US" smtClean="0"/>
              <a:t>39</a:t>
            </a:fld>
            <a:endParaRPr lang="zh-CN" altLang="en-US"/>
          </a:p>
        </p:txBody>
      </p:sp>
    </p:spTree>
    <p:extLst>
      <p:ext uri="{BB962C8B-B14F-4D97-AF65-F5344CB8AC3E}">
        <p14:creationId xmlns:p14="http://schemas.microsoft.com/office/powerpoint/2010/main" val="15229739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6AF9E-2F8B-145E-A66D-9B42E478D68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34AC731-6F8F-1C3C-8465-EA06D1124E3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7A09432-5DEE-E60C-06E1-ECE0D46CAEF9}"/>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FA9006B5-E404-714A-A841-E66F9FA95192}"/>
              </a:ext>
            </a:extLst>
          </p:cNvPr>
          <p:cNvSpPr>
            <a:spLocks noGrp="1"/>
          </p:cNvSpPr>
          <p:nvPr>
            <p:ph type="sldNum" sz="quarter" idx="5"/>
          </p:nvPr>
        </p:nvSpPr>
        <p:spPr/>
        <p:txBody>
          <a:bodyPr/>
          <a:lstStyle/>
          <a:p>
            <a:fld id="{111221B5-E10A-485A-AB8F-213CB661A8F5}" type="slidenum">
              <a:rPr lang="zh-CN" altLang="en-US" smtClean="0"/>
              <a:t>42</a:t>
            </a:fld>
            <a:endParaRPr lang="zh-CN" altLang="en-US"/>
          </a:p>
        </p:txBody>
      </p:sp>
    </p:spTree>
    <p:extLst>
      <p:ext uri="{BB962C8B-B14F-4D97-AF65-F5344CB8AC3E}">
        <p14:creationId xmlns:p14="http://schemas.microsoft.com/office/powerpoint/2010/main" val="776938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568FF-B1D9-0340-857C-FEEE98CB264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69C6100-59D9-5CE5-5ACF-4670A53C29A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4F994A9-779C-14AF-97A6-5B84A5859A12}"/>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BF98A63A-14E4-2020-B85E-5B74B93D5947}"/>
              </a:ext>
            </a:extLst>
          </p:cNvPr>
          <p:cNvSpPr>
            <a:spLocks noGrp="1"/>
          </p:cNvSpPr>
          <p:nvPr>
            <p:ph type="sldNum" sz="quarter" idx="5"/>
          </p:nvPr>
        </p:nvSpPr>
        <p:spPr/>
        <p:txBody>
          <a:bodyPr/>
          <a:lstStyle/>
          <a:p>
            <a:fld id="{111221B5-E10A-485A-AB8F-213CB661A8F5}" type="slidenum">
              <a:rPr lang="zh-CN" altLang="en-US" smtClean="0"/>
              <a:t>43</a:t>
            </a:fld>
            <a:endParaRPr lang="zh-CN" altLang="en-US"/>
          </a:p>
        </p:txBody>
      </p:sp>
    </p:spTree>
    <p:extLst>
      <p:ext uri="{BB962C8B-B14F-4D97-AF65-F5344CB8AC3E}">
        <p14:creationId xmlns:p14="http://schemas.microsoft.com/office/powerpoint/2010/main" val="2038401162"/>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bg>
      <p:bgPr>
        <a:blipFill dpi="0" rotWithShape="1">
          <a:blip r:embed="rId2">
            <a:alphaModFix amt="23000"/>
            <a:lum/>
            <a:extLst>
              <a:ext uri="{BEBA8EAE-BF5A-486C-A8C5-ECC9F3942E4B}">
                <a14:imgProps xmlns:a14="http://schemas.microsoft.com/office/drawing/2010/main">
                  <a14:imgLayer r:embed="rId3">
                    <a14:imgEffect>
                      <a14:artisticPencilSketch pressure="77"/>
                    </a14:imgEffect>
                  </a14:imgLayer>
                </a14:imgProps>
              </a:ext>
            </a:extLst>
          </a:blip>
          <a:srcRect/>
          <a:tile tx="-31750" ty="-31750" sx="40000" sy="40000" flip="none" algn="ctr"/>
        </a:blipFill>
        <a:effectLst/>
      </p:bgPr>
    </p:bg>
    <p:spTree>
      <p:nvGrpSpPr>
        <p:cNvPr id="1" name=""/>
        <p:cNvGrpSpPr/>
        <p:nvPr/>
      </p:nvGrpSpPr>
      <p:grpSpPr>
        <a:xfrm>
          <a:off x="0" y="0"/>
          <a:ext cx="0" cy="0"/>
          <a:chOff x="0" y="0"/>
          <a:chExt cx="0" cy="0"/>
        </a:xfrm>
      </p:grpSpPr>
      <p:sp>
        <p:nvSpPr>
          <p:cNvPr id="7" name="单圆角矩形 6"/>
          <p:cNvSpPr/>
          <p:nvPr userDrawn="1"/>
        </p:nvSpPr>
        <p:spPr>
          <a:xfrm>
            <a:off x="-34456" y="1059582"/>
            <a:ext cx="6084168" cy="1982405"/>
          </a:xfrm>
          <a:prstGeom prst="round1Rect">
            <a:avLst/>
          </a:prstGeom>
          <a:solidFill>
            <a:schemeClr val="tx2">
              <a:lumMod val="40000"/>
              <a:lumOff val="60000"/>
            </a:schemeClr>
          </a:solidFill>
          <a:ln>
            <a:noFill/>
          </a:ln>
          <a:effectLst>
            <a:outerShdw blurRad="50800" dist="1270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ctrTitle"/>
          </p:nvPr>
        </p:nvSpPr>
        <p:spPr>
          <a:xfrm>
            <a:off x="17460" y="1271653"/>
            <a:ext cx="5490645" cy="1558265"/>
          </a:xfrm>
        </p:spPr>
        <p:txBody>
          <a:bodyPr anchor="ctr"/>
          <a:lstStyle>
            <a:lvl1pPr algn="l">
              <a:defRPr sz="4050" b="0" baseline="0">
                <a:effectLst>
                  <a:outerShdw blurRad="38100" dist="38100" dir="2700000" algn="tl">
                    <a:srgbClr val="000000">
                      <a:alpha val="43137"/>
                    </a:srgbClr>
                  </a:outerShdw>
                </a:effectLst>
              </a:defRPr>
            </a:lvl1pPr>
          </a:lstStyle>
          <a:p>
            <a:r>
              <a:rPr lang="zh-CN" altLang="en-US" dirty="0"/>
              <a:t>单击此处编辑母版标题样式</a:t>
            </a:r>
          </a:p>
        </p:txBody>
      </p:sp>
    </p:spTree>
    <p:extLst>
      <p:ext uri="{BB962C8B-B14F-4D97-AF65-F5344CB8AC3E}">
        <p14:creationId xmlns:p14="http://schemas.microsoft.com/office/powerpoint/2010/main" val="28913199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blipFill dpi="0" rotWithShape="1">
          <a:blip r:embed="rId2">
            <a:alphaModFix amt="23000"/>
            <a:lum/>
            <a:extLst>
              <a:ext uri="{BEBA8EAE-BF5A-486C-A8C5-ECC9F3942E4B}">
                <a14:imgProps xmlns:a14="http://schemas.microsoft.com/office/drawing/2010/main">
                  <a14:imgLayer r:embed="rId3">
                    <a14:imgEffect>
                      <a14:artisticPencilSketch pressure="77"/>
                    </a14:imgEffect>
                  </a14:imgLayer>
                </a14:imgProps>
              </a:ext>
            </a:extLst>
          </a:blip>
          <a:srcRect/>
          <a:tile tx="-31750" ty="-31750" sx="40000" sy="40000" flip="none" algn="ctr"/>
        </a:blipFill>
        <a:effectLst/>
      </p:bgPr>
    </p:bg>
    <p:spTree>
      <p:nvGrpSpPr>
        <p:cNvPr id="1" name=""/>
        <p:cNvGrpSpPr/>
        <p:nvPr/>
      </p:nvGrpSpPr>
      <p:grpSpPr>
        <a:xfrm>
          <a:off x="0" y="0"/>
          <a:ext cx="0" cy="0"/>
          <a:chOff x="0" y="0"/>
          <a:chExt cx="0" cy="0"/>
        </a:xfrm>
      </p:grpSpPr>
      <p:sp>
        <p:nvSpPr>
          <p:cNvPr id="7" name="圆角矩形 6"/>
          <p:cNvSpPr/>
          <p:nvPr userDrawn="1"/>
        </p:nvSpPr>
        <p:spPr>
          <a:xfrm>
            <a:off x="571472" y="589345"/>
            <a:ext cx="8143932" cy="1982405"/>
          </a:xfrm>
          <a:prstGeom prst="roundRect">
            <a:avLst>
              <a:gd name="adj" fmla="val 6209"/>
            </a:avLst>
          </a:prstGeom>
          <a:solidFill>
            <a:schemeClr val="tx2">
              <a:lumMod val="40000"/>
              <a:lumOff val="60000"/>
            </a:schemeClr>
          </a:solidFill>
          <a:ln>
            <a:noFill/>
          </a:ln>
          <a:effectLst>
            <a:outerShdw blurRad="50800" dist="1270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ctrTitle"/>
          </p:nvPr>
        </p:nvSpPr>
        <p:spPr>
          <a:xfrm>
            <a:off x="757238" y="735546"/>
            <a:ext cx="7772400" cy="1674186"/>
          </a:xfrm>
        </p:spPr>
        <p:txBody>
          <a:bodyPr anchor="t"/>
          <a:lstStyle>
            <a:lvl1pPr algn="ctr">
              <a:defRPr sz="2100" b="0" baseline="0">
                <a:effectLst>
                  <a:outerShdw blurRad="38100" dist="38100" dir="2700000" algn="tl">
                    <a:srgbClr val="000000">
                      <a:alpha val="43137"/>
                    </a:srgbClr>
                  </a:outerShdw>
                </a:effectLst>
              </a:defRPr>
            </a:lvl1pPr>
          </a:lstStyle>
          <a:p>
            <a:r>
              <a:rPr lang="zh-CN" altLang="en-US" dirty="0"/>
              <a:t>单击此处编辑母版标题样式</a:t>
            </a:r>
          </a:p>
        </p:txBody>
      </p:sp>
      <p:sp>
        <p:nvSpPr>
          <p:cNvPr id="3" name="副标题 2"/>
          <p:cNvSpPr>
            <a:spLocks noGrp="1"/>
          </p:cNvSpPr>
          <p:nvPr>
            <p:ph type="subTitle" idx="1"/>
          </p:nvPr>
        </p:nvSpPr>
        <p:spPr>
          <a:xfrm>
            <a:off x="1443038" y="2895786"/>
            <a:ext cx="6400800" cy="1404156"/>
          </a:xfrm>
        </p:spPr>
        <p:txBody>
          <a:bodyPr anchor="t">
            <a:normAutofit/>
          </a:bodyPr>
          <a:lstStyle>
            <a:lvl1pPr marL="0" indent="0" algn="ctr">
              <a:buNone/>
              <a:defRPr sz="1200" baseline="0">
                <a:solidFill>
                  <a:schemeClr val="tx1"/>
                </a:solidFill>
                <a:latin typeface="Cambria" pitchFamily="18" charset="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CN" altLang="en-US" dirty="0"/>
              <a:t>单击此处编辑母版副标题样式</a:t>
            </a:r>
          </a:p>
        </p:txBody>
      </p:sp>
      <p:sp>
        <p:nvSpPr>
          <p:cNvPr id="14" name="矩形 13"/>
          <p:cNvSpPr/>
          <p:nvPr userDrawn="1"/>
        </p:nvSpPr>
        <p:spPr>
          <a:xfrm>
            <a:off x="-36512" y="4948014"/>
            <a:ext cx="9216000" cy="2160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extLst>
      <p:ext uri="{BB962C8B-B14F-4D97-AF65-F5344CB8AC3E}">
        <p14:creationId xmlns:p14="http://schemas.microsoft.com/office/powerpoint/2010/main" val="6844189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p:txBody>
          <a:bodyPr/>
          <a:lstStyle/>
          <a:p>
            <a:endParaRPr lang="zh-CN" altLang="en-US" dirty="0"/>
          </a:p>
        </p:txBody>
      </p:sp>
      <p:sp>
        <p:nvSpPr>
          <p:cNvPr id="10" name="页脚占位符 9"/>
          <p:cNvSpPr>
            <a:spLocks noGrp="1"/>
          </p:cNvSpPr>
          <p:nvPr>
            <p:ph type="ftr" sz="quarter" idx="11"/>
          </p:nvPr>
        </p:nvSpPr>
        <p:spPr/>
        <p:txBody>
          <a:bodyPr/>
          <a:lstStyle/>
          <a:p>
            <a:endParaRPr lang="zh-CN" altLang="en-US" dirty="0"/>
          </a:p>
        </p:txBody>
      </p:sp>
      <p:sp>
        <p:nvSpPr>
          <p:cNvPr id="11" name="灯片编号占位符 10"/>
          <p:cNvSpPr>
            <a:spLocks noGrp="1"/>
          </p:cNvSpPr>
          <p:nvPr>
            <p:ph type="sldNum" sz="quarter" idx="12"/>
          </p:nvPr>
        </p:nvSpPr>
        <p:spPr/>
        <p:txBody>
          <a:bodyPr/>
          <a:lstStyle/>
          <a:p>
            <a:fld id="{CB818ED7-1FAF-4BEC-A906-EB6564C334EB}" type="slidenum">
              <a:rPr lang="zh-CN" altLang="en-US" smtClean="0"/>
              <a:pPr/>
              <a:t>‹#›</a:t>
            </a:fld>
            <a:endParaRPr lang="zh-CN" altLang="en-US" dirty="0"/>
          </a:p>
        </p:txBody>
      </p:sp>
    </p:spTree>
    <p:extLst>
      <p:ext uri="{BB962C8B-B14F-4D97-AF65-F5344CB8AC3E}">
        <p14:creationId xmlns:p14="http://schemas.microsoft.com/office/powerpoint/2010/main" val="25267285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 name="日期占位符 9"/>
          <p:cNvSpPr>
            <a:spLocks noGrp="1"/>
          </p:cNvSpPr>
          <p:nvPr>
            <p:ph type="dt" sz="half" idx="10"/>
          </p:nvPr>
        </p:nvSpPr>
        <p:spPr/>
        <p:txBody>
          <a:bodyPr/>
          <a:lstStyle/>
          <a:p>
            <a:endParaRPr lang="zh-CN" altLang="en-US" dirty="0"/>
          </a:p>
        </p:txBody>
      </p:sp>
      <p:sp>
        <p:nvSpPr>
          <p:cNvPr id="11" name="页脚占位符 10"/>
          <p:cNvSpPr>
            <a:spLocks noGrp="1"/>
          </p:cNvSpPr>
          <p:nvPr>
            <p:ph type="ftr" sz="quarter" idx="11"/>
          </p:nvPr>
        </p:nvSpPr>
        <p:spPr/>
        <p:txBody>
          <a:bodyPr/>
          <a:lstStyle/>
          <a:p>
            <a:endParaRPr lang="zh-CN" altLang="en-US" dirty="0"/>
          </a:p>
        </p:txBody>
      </p:sp>
      <p:sp>
        <p:nvSpPr>
          <p:cNvPr id="12" name="灯片编号占位符 11"/>
          <p:cNvSpPr>
            <a:spLocks noGrp="1"/>
          </p:cNvSpPr>
          <p:nvPr>
            <p:ph type="sldNum" sz="quarter" idx="12"/>
          </p:nvPr>
        </p:nvSpPr>
        <p:spPr/>
        <p:txBody>
          <a:bodyPr/>
          <a:lstStyle/>
          <a:p>
            <a:fld id="{CB818ED7-1FAF-4BEC-A906-EB6564C334EB}" type="slidenum">
              <a:rPr lang="zh-CN" altLang="en-US" smtClean="0"/>
              <a:pPr/>
              <a:t>‹#›</a:t>
            </a:fld>
            <a:endParaRPr lang="zh-CN" altLang="en-US" dirty="0"/>
          </a:p>
        </p:txBody>
      </p:sp>
    </p:spTree>
    <p:extLst>
      <p:ext uri="{BB962C8B-B14F-4D97-AF65-F5344CB8AC3E}">
        <p14:creationId xmlns:p14="http://schemas.microsoft.com/office/powerpoint/2010/main" val="31646111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9" name="日期占位符 8"/>
          <p:cNvSpPr>
            <a:spLocks noGrp="1"/>
          </p:cNvSpPr>
          <p:nvPr>
            <p:ph type="dt" sz="half" idx="10"/>
          </p:nvPr>
        </p:nvSpPr>
        <p:spPr/>
        <p:txBody>
          <a:bodyPr/>
          <a:lstStyle/>
          <a:p>
            <a:endParaRPr lang="zh-CN" altLang="en-US" dirty="0"/>
          </a:p>
        </p:txBody>
      </p:sp>
      <p:sp>
        <p:nvSpPr>
          <p:cNvPr id="10" name="页脚占位符 9"/>
          <p:cNvSpPr>
            <a:spLocks noGrp="1"/>
          </p:cNvSpPr>
          <p:nvPr>
            <p:ph type="ftr" sz="quarter" idx="11"/>
          </p:nvPr>
        </p:nvSpPr>
        <p:spPr/>
        <p:txBody>
          <a:bodyPr/>
          <a:lstStyle/>
          <a:p>
            <a:endParaRPr lang="zh-CN" altLang="en-US" dirty="0"/>
          </a:p>
        </p:txBody>
      </p:sp>
      <p:sp>
        <p:nvSpPr>
          <p:cNvPr id="11" name="灯片编号占位符 10"/>
          <p:cNvSpPr>
            <a:spLocks noGrp="1"/>
          </p:cNvSpPr>
          <p:nvPr>
            <p:ph type="sldNum" sz="quarter" idx="12"/>
          </p:nvPr>
        </p:nvSpPr>
        <p:spPr/>
        <p:txBody>
          <a:bodyPr/>
          <a:lstStyle/>
          <a:p>
            <a:fld id="{CB818ED7-1FAF-4BEC-A906-EB6564C334EB}" type="slidenum">
              <a:rPr lang="zh-CN" altLang="en-US" smtClean="0"/>
              <a:pPr/>
              <a:t>‹#›</a:t>
            </a:fld>
            <a:endParaRPr lang="zh-CN" altLang="en-US" dirty="0"/>
          </a:p>
        </p:txBody>
      </p:sp>
    </p:spTree>
    <p:extLst>
      <p:ext uri="{BB962C8B-B14F-4D97-AF65-F5344CB8AC3E}">
        <p14:creationId xmlns:p14="http://schemas.microsoft.com/office/powerpoint/2010/main" val="15333997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日期占位符 7"/>
          <p:cNvSpPr>
            <a:spLocks noGrp="1"/>
          </p:cNvSpPr>
          <p:nvPr>
            <p:ph type="dt" sz="half" idx="10"/>
          </p:nvPr>
        </p:nvSpPr>
        <p:spPr/>
        <p:txBody>
          <a:bodyPr/>
          <a:lstStyle/>
          <a:p>
            <a:endParaRPr lang="zh-CN" altLang="en-US" dirty="0"/>
          </a:p>
        </p:txBody>
      </p:sp>
      <p:sp>
        <p:nvSpPr>
          <p:cNvPr id="9" name="页脚占位符 8"/>
          <p:cNvSpPr>
            <a:spLocks noGrp="1"/>
          </p:cNvSpPr>
          <p:nvPr>
            <p:ph type="ftr" sz="quarter" idx="11"/>
          </p:nvPr>
        </p:nvSpPr>
        <p:spPr/>
        <p:txBody>
          <a:bodyPr/>
          <a:lstStyle/>
          <a:p>
            <a:endParaRPr lang="zh-CN" altLang="en-US" dirty="0"/>
          </a:p>
        </p:txBody>
      </p:sp>
      <p:sp>
        <p:nvSpPr>
          <p:cNvPr id="10" name="灯片编号占位符 9"/>
          <p:cNvSpPr>
            <a:spLocks noGrp="1"/>
          </p:cNvSpPr>
          <p:nvPr>
            <p:ph type="sldNum" sz="quarter" idx="12"/>
          </p:nvPr>
        </p:nvSpPr>
        <p:spPr/>
        <p:txBody>
          <a:bodyPr/>
          <a:lstStyle/>
          <a:p>
            <a:fld id="{CB818ED7-1FAF-4BEC-A906-EB6564C334EB}" type="slidenum">
              <a:rPr lang="zh-CN" altLang="en-US" smtClean="0"/>
              <a:pPr/>
              <a:t>‹#›</a:t>
            </a:fld>
            <a:endParaRPr lang="zh-CN" altLang="en-US" dirty="0"/>
          </a:p>
        </p:txBody>
      </p:sp>
    </p:spTree>
    <p:extLst>
      <p:ext uri="{BB962C8B-B14F-4D97-AF65-F5344CB8AC3E}">
        <p14:creationId xmlns:p14="http://schemas.microsoft.com/office/powerpoint/2010/main" val="31378557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流程图: 延期 21"/>
          <p:cNvSpPr/>
          <p:nvPr userDrawn="1"/>
        </p:nvSpPr>
        <p:spPr>
          <a:xfrm rot="16200000">
            <a:off x="4420251" y="419751"/>
            <a:ext cx="303498" cy="9144000"/>
          </a:xfrm>
          <a:prstGeom prst="flowChartDelay">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sz="1350"/>
          </a:p>
        </p:txBody>
      </p:sp>
      <p:sp>
        <p:nvSpPr>
          <p:cNvPr id="20" name="矩形 19"/>
          <p:cNvSpPr/>
          <p:nvPr userDrawn="1"/>
        </p:nvSpPr>
        <p:spPr>
          <a:xfrm>
            <a:off x="0" y="0"/>
            <a:ext cx="9144000" cy="5940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占位符 1"/>
          <p:cNvSpPr>
            <a:spLocks noGrp="1"/>
          </p:cNvSpPr>
          <p:nvPr>
            <p:ph type="title"/>
          </p:nvPr>
        </p:nvSpPr>
        <p:spPr>
          <a:xfrm>
            <a:off x="107504" y="105708"/>
            <a:ext cx="6817128" cy="413814"/>
          </a:xfrm>
          <a:prstGeom prst="rect">
            <a:avLst/>
          </a:prstGeom>
        </p:spPr>
        <p:txBody>
          <a:bodyPr vert="horz" lIns="91440" tIns="45720" rIns="91440" bIns="45720" rtlCol="0" anchor="ctr">
            <a:noAutofit/>
          </a:bodyPr>
          <a:lstStyle/>
          <a:p>
            <a:r>
              <a:rPr lang="zh-CN" altLang="en-US" dirty="0"/>
              <a:t>单击此处编辑母版标题样式</a:t>
            </a:r>
          </a:p>
        </p:txBody>
      </p:sp>
      <p:sp>
        <p:nvSpPr>
          <p:cNvPr id="3" name="文本占位符 2"/>
          <p:cNvSpPr>
            <a:spLocks noGrp="1"/>
          </p:cNvSpPr>
          <p:nvPr>
            <p:ph type="body" idx="1"/>
          </p:nvPr>
        </p:nvSpPr>
        <p:spPr>
          <a:xfrm>
            <a:off x="107504" y="845073"/>
            <a:ext cx="8784976" cy="3940924"/>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107504" y="4948014"/>
            <a:ext cx="2026096" cy="189000"/>
          </a:xfrm>
          <a:prstGeom prst="rect">
            <a:avLst/>
          </a:prstGeom>
        </p:spPr>
        <p:txBody>
          <a:bodyPr vert="horz" lIns="91440" tIns="45720" rIns="91440" bIns="45720" rtlCol="0" anchor="ctr"/>
          <a:lstStyle>
            <a:lvl1pPr algn="l">
              <a:defRPr sz="900" baseline="0">
                <a:solidFill>
                  <a:schemeClr val="tx1">
                    <a:tint val="75000"/>
                  </a:schemeClr>
                </a:solidFill>
                <a:latin typeface="Tahoma" pitchFamily="34" charset="0"/>
                <a:ea typeface="新宋体" pitchFamily="49" charset="-122"/>
              </a:defRPr>
            </a:lvl1pPr>
          </a:lstStyle>
          <a:p>
            <a:endParaRPr lang="zh-CN" altLang="en-US" dirty="0"/>
          </a:p>
        </p:txBody>
      </p:sp>
      <p:sp>
        <p:nvSpPr>
          <p:cNvPr id="5" name="页脚占位符 4"/>
          <p:cNvSpPr>
            <a:spLocks noGrp="1"/>
          </p:cNvSpPr>
          <p:nvPr>
            <p:ph type="ftr" sz="quarter" idx="3"/>
          </p:nvPr>
        </p:nvSpPr>
        <p:spPr>
          <a:xfrm>
            <a:off x="6012160" y="4925087"/>
            <a:ext cx="2895600" cy="195486"/>
          </a:xfrm>
          <a:prstGeom prst="rect">
            <a:avLst/>
          </a:prstGeom>
        </p:spPr>
        <p:txBody>
          <a:bodyPr vert="horz" lIns="91440" tIns="45720" rIns="91440" bIns="45720" rtlCol="0" anchor="ctr"/>
          <a:lstStyle>
            <a:lvl1pPr algn="ctr">
              <a:defRPr sz="900" baseline="0">
                <a:solidFill>
                  <a:schemeClr val="tx1">
                    <a:tint val="75000"/>
                  </a:schemeClr>
                </a:solidFill>
                <a:latin typeface="Tahoma" pitchFamily="34" charset="0"/>
                <a:ea typeface="微软雅黑" pitchFamily="34" charset="-122"/>
              </a:defRPr>
            </a:lvl1pPr>
          </a:lstStyle>
          <a:p>
            <a:endParaRPr lang="zh-CN" altLang="en-US" dirty="0"/>
          </a:p>
        </p:txBody>
      </p:sp>
      <p:pic>
        <p:nvPicPr>
          <p:cNvPr id="1026" name="Picture 2" descr="C:\Users\Administrator\Desktop\REINS.png"/>
          <p:cNvPicPr>
            <a:picLocks noChangeAspect="1" noChangeArrowheads="1"/>
          </p:cNvPicPr>
          <p:nvPr userDrawn="1"/>
        </p:nvPicPr>
        <p:blipFill>
          <a:blip r:embed="rId8">
            <a:biLevel thresh="25000"/>
            <a:extLst>
              <a:ext uri="{28A0092B-C50C-407E-A947-70E740481C1C}">
                <a14:useLocalDpi xmlns:a14="http://schemas.microsoft.com/office/drawing/2010/main" val="0"/>
              </a:ext>
            </a:extLst>
          </a:blip>
          <a:srcRect/>
          <a:stretch>
            <a:fillRect/>
          </a:stretch>
        </p:blipFill>
        <p:spPr bwMode="auto">
          <a:xfrm>
            <a:off x="7344816" y="56257"/>
            <a:ext cx="1691680" cy="355253"/>
          </a:xfrm>
          <a:prstGeom prst="rect">
            <a:avLst/>
          </a:prstGeom>
          <a:noFill/>
          <a:ln w="9525">
            <a:noFill/>
            <a:prstDash val="solid"/>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8" name="TextBox 27"/>
          <p:cNvSpPr txBox="1"/>
          <p:nvPr userDrawn="1"/>
        </p:nvSpPr>
        <p:spPr>
          <a:xfrm>
            <a:off x="6876256" y="400404"/>
            <a:ext cx="2232248" cy="196208"/>
          </a:xfrm>
          <a:prstGeom prst="rect">
            <a:avLst/>
          </a:prstGeom>
          <a:noFill/>
          <a:effectLst>
            <a:outerShdw blurRad="50800" dist="38100" dir="8100000" algn="tr" rotWithShape="0">
              <a:prstClr val="black">
                <a:alpha val="40000"/>
              </a:prstClr>
            </a:outerShdw>
          </a:effectLst>
        </p:spPr>
        <p:txBody>
          <a:bodyPr wrap="square" rtlCol="0">
            <a:spAutoFit/>
          </a:bodyPr>
          <a:lstStyle/>
          <a:p>
            <a:pPr algn="ctr"/>
            <a:r>
              <a:rPr lang="en-US" altLang="zh-CN" sz="675" dirty="0" err="1">
                <a:solidFill>
                  <a:schemeClr val="bg1"/>
                </a:solidFill>
                <a:effectLst/>
                <a:latin typeface="Cambria" pitchFamily="18" charset="0"/>
              </a:rPr>
              <a:t>REliable</a:t>
            </a:r>
            <a:r>
              <a:rPr lang="en-US" altLang="zh-CN" sz="675" dirty="0">
                <a:solidFill>
                  <a:schemeClr val="bg1"/>
                </a:solidFill>
                <a:effectLst/>
                <a:latin typeface="Cambria" pitchFamily="18" charset="0"/>
              </a:rPr>
              <a:t>, </a:t>
            </a:r>
            <a:r>
              <a:rPr lang="en-US" altLang="zh-CN" sz="675" dirty="0" err="1">
                <a:solidFill>
                  <a:schemeClr val="bg1"/>
                </a:solidFill>
                <a:effectLst/>
                <a:latin typeface="Cambria" pitchFamily="18" charset="0"/>
              </a:rPr>
              <a:t>INtelligent</a:t>
            </a:r>
            <a:r>
              <a:rPr lang="en-US" altLang="zh-CN" sz="675" baseline="0" dirty="0">
                <a:solidFill>
                  <a:schemeClr val="bg1"/>
                </a:solidFill>
                <a:effectLst/>
                <a:latin typeface="Cambria" pitchFamily="18" charset="0"/>
              </a:rPr>
              <a:t> &amp; Scalable Systems</a:t>
            </a:r>
            <a:endParaRPr lang="zh-CN" altLang="en-US" sz="675" dirty="0">
              <a:solidFill>
                <a:schemeClr val="bg1"/>
              </a:solidFill>
              <a:effectLst/>
              <a:latin typeface="Cambria" pitchFamily="18" charset="0"/>
            </a:endParaRPr>
          </a:p>
        </p:txBody>
      </p:sp>
      <p:sp>
        <p:nvSpPr>
          <p:cNvPr id="31" name="矩形 30"/>
          <p:cNvSpPr/>
          <p:nvPr userDrawn="1"/>
        </p:nvSpPr>
        <p:spPr>
          <a:xfrm>
            <a:off x="6191250" y="575073"/>
            <a:ext cx="2952750" cy="10715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zh-CN" altLang="en-US" sz="600" dirty="0">
                <a:latin typeface="微软雅黑" pitchFamily="34" charset="-122"/>
                <a:ea typeface="微软雅黑" pitchFamily="34" charset="-122"/>
              </a:rPr>
              <a:t>                               </a:t>
            </a:r>
            <a:endParaRPr lang="zh-CN" altLang="en-US" sz="600" dirty="0">
              <a:solidFill>
                <a:schemeClr val="bg1"/>
              </a:solidFill>
              <a:effectLst/>
              <a:latin typeface="Cambria" pitchFamily="18" charset="0"/>
            </a:endParaRPr>
          </a:p>
        </p:txBody>
      </p:sp>
      <p:sp>
        <p:nvSpPr>
          <p:cNvPr id="32" name="矩形 31"/>
          <p:cNvSpPr/>
          <p:nvPr userDrawn="1"/>
        </p:nvSpPr>
        <p:spPr>
          <a:xfrm>
            <a:off x="4643438" y="575073"/>
            <a:ext cx="1619250" cy="10715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600" dirty="0">
              <a:latin typeface="微软雅黑" pitchFamily="34" charset="-122"/>
              <a:ea typeface="微软雅黑" pitchFamily="34" charset="-122"/>
            </a:endParaRPr>
          </a:p>
        </p:txBody>
      </p:sp>
      <p:sp>
        <p:nvSpPr>
          <p:cNvPr id="33" name="矩形 32"/>
          <p:cNvSpPr/>
          <p:nvPr userDrawn="1"/>
        </p:nvSpPr>
        <p:spPr>
          <a:xfrm>
            <a:off x="3286125" y="575073"/>
            <a:ext cx="1403350" cy="10715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600" dirty="0">
              <a:latin typeface="微软雅黑" pitchFamily="34" charset="-122"/>
              <a:ea typeface="微软雅黑" pitchFamily="34" charset="-122"/>
            </a:endParaRPr>
          </a:p>
        </p:txBody>
      </p:sp>
      <p:sp>
        <p:nvSpPr>
          <p:cNvPr id="34" name="矩形 33"/>
          <p:cNvSpPr/>
          <p:nvPr userDrawn="1"/>
        </p:nvSpPr>
        <p:spPr>
          <a:xfrm>
            <a:off x="2143125" y="575073"/>
            <a:ext cx="1187450" cy="10715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600" dirty="0">
              <a:latin typeface="微软雅黑" pitchFamily="34" charset="-122"/>
              <a:ea typeface="微软雅黑" pitchFamily="34" charset="-122"/>
            </a:endParaRPr>
          </a:p>
        </p:txBody>
      </p:sp>
      <p:sp>
        <p:nvSpPr>
          <p:cNvPr id="35" name="矩形 34"/>
          <p:cNvSpPr/>
          <p:nvPr userDrawn="1"/>
        </p:nvSpPr>
        <p:spPr>
          <a:xfrm>
            <a:off x="1214438" y="575073"/>
            <a:ext cx="971550" cy="10715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600" dirty="0">
              <a:latin typeface="微软雅黑" pitchFamily="34" charset="-122"/>
              <a:ea typeface="微软雅黑" pitchFamily="34" charset="-122"/>
            </a:endParaRPr>
          </a:p>
        </p:txBody>
      </p:sp>
      <p:sp>
        <p:nvSpPr>
          <p:cNvPr id="36" name="矩形 35"/>
          <p:cNvSpPr/>
          <p:nvPr userDrawn="1"/>
        </p:nvSpPr>
        <p:spPr>
          <a:xfrm>
            <a:off x="500063" y="575073"/>
            <a:ext cx="755650" cy="10715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600" dirty="0">
              <a:latin typeface="微软雅黑" pitchFamily="34" charset="-122"/>
              <a:ea typeface="微软雅黑" pitchFamily="34" charset="-122"/>
            </a:endParaRPr>
          </a:p>
        </p:txBody>
      </p:sp>
      <p:sp>
        <p:nvSpPr>
          <p:cNvPr id="37" name="矩形 36"/>
          <p:cNvSpPr/>
          <p:nvPr userDrawn="1"/>
        </p:nvSpPr>
        <p:spPr>
          <a:xfrm>
            <a:off x="0" y="573882"/>
            <a:ext cx="539750" cy="108347"/>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600" dirty="0">
              <a:latin typeface="微软雅黑" pitchFamily="34" charset="-122"/>
              <a:ea typeface="微软雅黑" pitchFamily="34" charset="-122"/>
            </a:endParaRPr>
          </a:p>
        </p:txBody>
      </p:sp>
      <p:sp>
        <p:nvSpPr>
          <p:cNvPr id="6" name="灯片编号占位符 5"/>
          <p:cNvSpPr>
            <a:spLocks noGrp="1"/>
          </p:cNvSpPr>
          <p:nvPr>
            <p:ph type="sldNum" sz="quarter" idx="4"/>
          </p:nvPr>
        </p:nvSpPr>
        <p:spPr>
          <a:xfrm>
            <a:off x="4067944" y="4894009"/>
            <a:ext cx="1008112" cy="234173"/>
          </a:xfrm>
          <a:prstGeom prst="rect">
            <a:avLst/>
          </a:prstGeom>
        </p:spPr>
        <p:txBody>
          <a:bodyPr vert="horz" lIns="91440" tIns="45720" rIns="91440" bIns="45720" rtlCol="0" anchor="ctr"/>
          <a:lstStyle>
            <a:lvl1pPr algn="ctr">
              <a:defRPr sz="1050" b="1" baseline="0">
                <a:solidFill>
                  <a:schemeClr val="bg1"/>
                </a:solidFill>
                <a:latin typeface="Tahoma" pitchFamily="34" charset="0"/>
                <a:ea typeface="微软雅黑" pitchFamily="34" charset="-122"/>
              </a:defRPr>
            </a:lvl1pPr>
          </a:lstStyle>
          <a:p>
            <a:fld id="{CB818ED7-1FAF-4BEC-A906-EB6564C334EB}" type="slidenum">
              <a:rPr lang="zh-CN" altLang="en-US" smtClean="0"/>
              <a:pPr/>
              <a:t>‹#›</a:t>
            </a:fld>
            <a:endParaRPr lang="zh-CN" altLang="en-US" dirty="0"/>
          </a:p>
        </p:txBody>
      </p:sp>
    </p:spTree>
    <p:extLst>
      <p:ext uri="{BB962C8B-B14F-4D97-AF65-F5344CB8AC3E}">
        <p14:creationId xmlns:p14="http://schemas.microsoft.com/office/powerpoint/2010/main" val="929226096"/>
      </p:ext>
    </p:extLst>
  </p:cSld>
  <p:clrMap bg1="lt1" tx1="dk1" bg2="lt2" tx2="dk2" accent1="accent1" accent2="accent2" accent3="accent3" accent4="accent4" accent5="accent5" accent6="accent6" hlink="hlink" folHlink="folHlink"/>
  <p:sldLayoutIdLst>
    <p:sldLayoutId id="2147483657" r:id="rId1"/>
    <p:sldLayoutId id="2147483649" r:id="rId2"/>
    <p:sldLayoutId id="2147483650" r:id="rId3"/>
    <p:sldLayoutId id="2147483653" r:id="rId4"/>
    <p:sldLayoutId id="2147483654" r:id="rId5"/>
    <p:sldLayoutId id="2147483655" r:id="rId6"/>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l" defTabSz="685800" rtl="0" eaLnBrk="1" latinLnBrk="0" hangingPunct="1">
        <a:spcBef>
          <a:spcPct val="0"/>
        </a:spcBef>
        <a:buNone/>
        <a:defRPr sz="2400" b="0" kern="1200" baseline="0">
          <a:solidFill>
            <a:schemeClr val="bg1"/>
          </a:solidFill>
          <a:effectLst>
            <a:outerShdw blurRad="38100" dist="38100" dir="2700000" algn="tl">
              <a:srgbClr val="000000">
                <a:alpha val="43137"/>
              </a:srgbClr>
            </a:outerShdw>
          </a:effectLst>
          <a:latin typeface="Tahoma" pitchFamily="34" charset="0"/>
          <a:ea typeface="微软雅黑" pitchFamily="34" charset="-122"/>
          <a:cs typeface="Tahoma" pitchFamily="34" charset="0"/>
        </a:defRPr>
      </a:lvl1pPr>
    </p:titleStyle>
    <p:bodyStyle>
      <a:lvl1pPr marL="257175" indent="-257175" algn="l" defTabSz="685800" rtl="0" eaLnBrk="1" latinLnBrk="0" hangingPunct="1">
        <a:spcBef>
          <a:spcPct val="20000"/>
        </a:spcBef>
        <a:buFont typeface="Arial" pitchFamily="34" charset="0"/>
        <a:buChar char="•"/>
        <a:defRPr sz="1800" kern="1200" baseline="0">
          <a:solidFill>
            <a:schemeClr val="tx1"/>
          </a:solidFill>
          <a:latin typeface="Cambria" pitchFamily="18" charset="0"/>
          <a:ea typeface="新宋体" pitchFamily="49" charset="-122"/>
          <a:cs typeface="+mn-cs"/>
        </a:defRPr>
      </a:lvl1pPr>
      <a:lvl2pPr marL="557213" indent="-214313" algn="l" defTabSz="685800" rtl="0" eaLnBrk="1" latinLnBrk="0" hangingPunct="1">
        <a:spcBef>
          <a:spcPct val="20000"/>
        </a:spcBef>
        <a:buFont typeface="Arial" pitchFamily="34" charset="0"/>
        <a:buChar char="–"/>
        <a:defRPr sz="1500" kern="1200" baseline="0">
          <a:solidFill>
            <a:schemeClr val="tx1"/>
          </a:solidFill>
          <a:latin typeface="Cambria" pitchFamily="18" charset="0"/>
          <a:ea typeface="新宋体" pitchFamily="49" charset="-122"/>
          <a:cs typeface="+mn-cs"/>
        </a:defRPr>
      </a:lvl2pPr>
      <a:lvl3pPr marL="857250" indent="-171450" algn="l" defTabSz="685800" rtl="0" eaLnBrk="1" latinLnBrk="0" hangingPunct="1">
        <a:spcBef>
          <a:spcPct val="20000"/>
        </a:spcBef>
        <a:buFont typeface="Arial" pitchFamily="34" charset="0"/>
        <a:buChar char="•"/>
        <a:defRPr sz="1350" kern="1200" baseline="0">
          <a:solidFill>
            <a:schemeClr val="tx1"/>
          </a:solidFill>
          <a:latin typeface="Cambria" pitchFamily="18" charset="0"/>
          <a:ea typeface="新宋体" pitchFamily="49" charset="-122"/>
          <a:cs typeface="+mn-cs"/>
        </a:defRPr>
      </a:lvl3pPr>
      <a:lvl4pPr marL="1200150" indent="-171450" algn="l" defTabSz="685800" rtl="0" eaLnBrk="1" latinLnBrk="0" hangingPunct="1">
        <a:spcBef>
          <a:spcPct val="20000"/>
        </a:spcBef>
        <a:buFont typeface="Arial" pitchFamily="34" charset="0"/>
        <a:buChar char="–"/>
        <a:defRPr sz="1200" kern="1200" baseline="0">
          <a:solidFill>
            <a:schemeClr val="tx1"/>
          </a:solidFill>
          <a:latin typeface="Cambria" pitchFamily="18" charset="0"/>
          <a:ea typeface="新宋体" pitchFamily="49" charset="-122"/>
          <a:cs typeface="+mn-cs"/>
        </a:defRPr>
      </a:lvl4pPr>
      <a:lvl5pPr marL="1543050" indent="-171450" algn="l" defTabSz="685800" rtl="0" eaLnBrk="1" latinLnBrk="0" hangingPunct="1">
        <a:spcBef>
          <a:spcPct val="20000"/>
        </a:spcBef>
        <a:buFont typeface="Arial" pitchFamily="34" charset="0"/>
        <a:buChar char="»"/>
        <a:defRPr sz="1200" kern="1200" baseline="0">
          <a:solidFill>
            <a:schemeClr val="tx1"/>
          </a:solidFill>
          <a:latin typeface="Cambria" pitchFamily="18" charset="0"/>
          <a:ea typeface="新宋体" pitchFamily="49" charset="-122"/>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reins.se.sjtu.edu.cn/~chenhp"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raphql.org/" TargetMode="Externa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localhost:8080/graphql" TargetMode="Externa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s://spring.io/guides/gs/graphql-server/" TargetMode="External"/><Relationship Id="rId2" Type="http://schemas.openxmlformats.org/officeDocument/2006/relationships/hyperlink" Target="https://graphql.org/" TargetMode="External"/><Relationship Id="rId1" Type="http://schemas.openxmlformats.org/officeDocument/2006/relationships/slideLayout" Target="../slideLayouts/slideLayout3.xml"/><Relationship Id="rId4" Type="http://schemas.openxmlformats.org/officeDocument/2006/relationships/hyperlink" Target="https://postman.org.cn/sending-requests/supported-api-frameworks/graphql/" TargetMode="External"/></Relationships>
</file>

<file path=ppt/slides/_rels/slide25.xml.rels><?xml version="1.0" encoding="UTF-8" standalone="yes"?>
<Relationships xmlns="http://schemas.openxmlformats.org/package/2006/relationships"><Relationship Id="rId2" Type="http://schemas.openxmlformats.org/officeDocument/2006/relationships/hyperlink" Target="http://reins.se.sjtu.edu.cn/~chenhp"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grpc.io/" TargetMode="Externa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2" Type="http://schemas.openxmlformats.org/officeDocument/2006/relationships/hyperlink" Target="https://protobuf.dev/overview" TargetMode="Externa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4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hyperlink" Target="https://github.com/spring-projects/spring-grpc/tree/main" TargetMode="External"/><Relationship Id="rId2" Type="http://schemas.openxmlformats.org/officeDocument/2006/relationships/hyperlink" Target="https://grpc.io/" TargetMode="External"/><Relationship Id="rId1" Type="http://schemas.openxmlformats.org/officeDocument/2006/relationships/slideLayout" Target="../slideLayouts/slideLayout3.xml"/><Relationship Id="rId4" Type="http://schemas.openxmlformats.org/officeDocument/2006/relationships/hyperlink" Target="https://docs.spring.io/spring-grpc/reference/index.html" TargetMode="Externa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p:txBody>
          <a:bodyPr anchor="ctr"/>
          <a:lstStyle/>
          <a:p>
            <a:r>
              <a:rPr lang="en-US" altLang="zh-CN" sz="2400" dirty="0"/>
              <a:t>Architecture of Enterprise Applications 22</a:t>
            </a:r>
            <a:br>
              <a:rPr lang="en-US" altLang="zh-CN" sz="2400" dirty="0"/>
            </a:br>
            <a:r>
              <a:rPr lang="en-US" altLang="zh-CN" sz="2400" dirty="0" err="1"/>
              <a:t>GraphQL</a:t>
            </a:r>
            <a:br>
              <a:rPr lang="en-US" altLang="zh-CN" sz="2400" dirty="0"/>
            </a:br>
            <a:endParaRPr lang="zh-CN" altLang="en-US" sz="1350" i="1" dirty="0">
              <a:solidFill>
                <a:schemeClr val="tx1"/>
              </a:solidFill>
              <a:effectLst/>
              <a:latin typeface="Times New Roman" pitchFamily="18" charset="0"/>
              <a:ea typeface="幼圆" pitchFamily="49" charset="-122"/>
              <a:cs typeface="Times New Roman" pitchFamily="18" charset="0"/>
            </a:endParaRPr>
          </a:p>
        </p:txBody>
      </p:sp>
      <p:sp>
        <p:nvSpPr>
          <p:cNvPr id="4" name="副标题 3"/>
          <p:cNvSpPr>
            <a:spLocks noGrp="1"/>
          </p:cNvSpPr>
          <p:nvPr>
            <p:ph type="subTitle" idx="1"/>
          </p:nvPr>
        </p:nvSpPr>
        <p:spPr>
          <a:xfrm>
            <a:off x="2225279" y="2895786"/>
            <a:ext cx="4800600" cy="1836204"/>
          </a:xfrm>
        </p:spPr>
        <p:txBody>
          <a:bodyPr>
            <a:normAutofit/>
          </a:bodyPr>
          <a:lstStyle/>
          <a:p>
            <a:r>
              <a:rPr lang="en-US" altLang="zh-CN" b="1" dirty="0"/>
              <a:t>Haopeng Chen</a:t>
            </a:r>
          </a:p>
          <a:p>
            <a:endParaRPr lang="en-US" altLang="zh-CN" dirty="0"/>
          </a:p>
          <a:p>
            <a:r>
              <a:rPr lang="en-US" altLang="zh-CN" sz="1350" b="1" i="1" dirty="0" err="1"/>
              <a:t>RE</a:t>
            </a:r>
            <a:r>
              <a:rPr lang="en-US" altLang="zh-CN" i="1" dirty="0" err="1"/>
              <a:t>liable</a:t>
            </a:r>
            <a:r>
              <a:rPr lang="en-US" altLang="zh-CN" i="1" dirty="0"/>
              <a:t>, </a:t>
            </a:r>
            <a:r>
              <a:rPr lang="en-US" altLang="zh-CN" sz="1350" b="1" i="1" dirty="0" err="1"/>
              <a:t>IN</a:t>
            </a:r>
            <a:r>
              <a:rPr lang="en-US" altLang="zh-CN" i="1" dirty="0" err="1"/>
              <a:t>telligent</a:t>
            </a:r>
            <a:r>
              <a:rPr lang="en-US" altLang="zh-CN" i="1" dirty="0"/>
              <a:t> and </a:t>
            </a:r>
            <a:r>
              <a:rPr lang="en-US" altLang="zh-CN" sz="1350" b="1" i="1" dirty="0"/>
              <a:t>S</a:t>
            </a:r>
            <a:r>
              <a:rPr lang="en-US" altLang="zh-CN" i="1" dirty="0"/>
              <a:t>calable Systems Group (</a:t>
            </a:r>
            <a:r>
              <a:rPr lang="en-US" altLang="zh-CN" b="1" i="1" dirty="0"/>
              <a:t>REINS</a:t>
            </a:r>
            <a:r>
              <a:rPr lang="en-US" altLang="zh-CN" i="1" dirty="0"/>
              <a:t>)</a:t>
            </a:r>
          </a:p>
          <a:p>
            <a:r>
              <a:rPr lang="en-US" altLang="zh-CN" dirty="0"/>
              <a:t>Shanghai Jiao Tong University</a:t>
            </a:r>
          </a:p>
          <a:p>
            <a:r>
              <a:rPr lang="en-US" altLang="zh-CN" dirty="0"/>
              <a:t>Shanghai, China</a:t>
            </a:r>
          </a:p>
          <a:p>
            <a:r>
              <a:rPr lang="en-US" altLang="zh-CN" u="sng" dirty="0">
                <a:hlinkClick r:id="rId2"/>
              </a:rPr>
              <a:t>http://reins.se.sjtu.edu.cn/~chenhp</a:t>
            </a:r>
            <a:r>
              <a:rPr lang="en-US" altLang="zh-CN" dirty="0"/>
              <a:t> </a:t>
            </a:r>
          </a:p>
          <a:p>
            <a:r>
              <a:rPr lang="en-US" altLang="zh-CN" dirty="0"/>
              <a:t>e-mail: chen-hp@sjtu.edu.cn</a:t>
            </a:r>
            <a:endParaRPr lang="zh-CN" altLang="en-US" dirty="0"/>
          </a:p>
        </p:txBody>
      </p:sp>
    </p:spTree>
    <p:extLst>
      <p:ext uri="{BB962C8B-B14F-4D97-AF65-F5344CB8AC3E}">
        <p14:creationId xmlns:p14="http://schemas.microsoft.com/office/powerpoint/2010/main" val="33230725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Contents</a:t>
            </a:r>
            <a:r>
              <a:rPr lang="zh-CN" altLang="en-US" dirty="0"/>
              <a:t> </a:t>
            </a:r>
            <a:r>
              <a:rPr lang="en-US" altLang="zh-CN" dirty="0"/>
              <a:t>and</a:t>
            </a:r>
            <a:r>
              <a:rPr lang="zh-CN" altLang="en-US" dirty="0"/>
              <a:t> </a:t>
            </a:r>
            <a:r>
              <a:rPr lang="en-US" altLang="zh-CN" dirty="0"/>
              <a:t>Objectives</a:t>
            </a:r>
            <a:endParaRPr lang="zh-CN" altLang="en-US" dirty="0"/>
          </a:p>
        </p:txBody>
      </p:sp>
      <p:sp>
        <p:nvSpPr>
          <p:cNvPr id="3" name="内容占位符 2"/>
          <p:cNvSpPr>
            <a:spLocks noGrp="1"/>
          </p:cNvSpPr>
          <p:nvPr>
            <p:ph idx="1"/>
          </p:nvPr>
        </p:nvSpPr>
        <p:spPr/>
        <p:txBody>
          <a:bodyPr>
            <a:normAutofit/>
          </a:bodyPr>
          <a:lstStyle/>
          <a:p>
            <a:r>
              <a:rPr lang="en-US" altLang="zh-CN" dirty="0"/>
              <a:t>Contents</a:t>
            </a:r>
          </a:p>
          <a:p>
            <a:pPr lvl="1"/>
            <a:r>
              <a:rPr lang="en-US" altLang="zh-CN" dirty="0" err="1"/>
              <a:t>GraphQL</a:t>
            </a:r>
            <a:endParaRPr lang="en-US" altLang="zh-CN" dirty="0"/>
          </a:p>
          <a:p>
            <a:pPr lvl="1"/>
            <a:endParaRPr lang="en-US" altLang="zh-CN" dirty="0"/>
          </a:p>
          <a:p>
            <a:pPr lvl="1"/>
            <a:endParaRPr lang="en-US" altLang="zh-CN" dirty="0"/>
          </a:p>
          <a:p>
            <a:r>
              <a:rPr lang="en-US" altLang="zh-CN" dirty="0"/>
              <a:t>Objectives</a:t>
            </a:r>
          </a:p>
          <a:p>
            <a:pPr lvl="1"/>
            <a:r>
              <a:rPr lang="zh-CN" altLang="en-US" dirty="0">
                <a:latin typeface="DengXian" panose="02010600030101010101" pitchFamily="2" charset="-122"/>
                <a:ea typeface="DengXian" panose="02010600030101010101" pitchFamily="2" charset="-122"/>
              </a:rPr>
              <a:t>能够掌握</a:t>
            </a:r>
            <a:r>
              <a:rPr lang="en-US" altLang="zh-CN" dirty="0" err="1">
                <a:latin typeface="DengXian" panose="02010600030101010101" pitchFamily="2" charset="-122"/>
                <a:ea typeface="DengXian" panose="02010600030101010101" pitchFamily="2" charset="-122"/>
              </a:rPr>
              <a:t>GraphQL</a:t>
            </a:r>
            <a:r>
              <a:rPr lang="zh-CN" altLang="en-US" dirty="0">
                <a:latin typeface="DengXian" panose="02010600030101010101" pitchFamily="2" charset="-122"/>
                <a:ea typeface="DengXian" panose="02010600030101010101" pitchFamily="2" charset="-122"/>
              </a:rPr>
              <a:t>编程模型</a:t>
            </a:r>
            <a:br>
              <a:rPr lang="zh-CN" altLang="en-US" dirty="0"/>
            </a:br>
            <a:endParaRPr lang="en-US" altLang="zh-CN" dirty="0"/>
          </a:p>
        </p:txBody>
      </p:sp>
      <p:sp>
        <p:nvSpPr>
          <p:cNvPr id="4" name="灯片编号占位符 3"/>
          <p:cNvSpPr>
            <a:spLocks noGrp="1"/>
          </p:cNvSpPr>
          <p:nvPr>
            <p:ph type="sldNum" sz="quarter" idx="12"/>
          </p:nvPr>
        </p:nvSpPr>
        <p:spPr/>
        <p:txBody>
          <a:bodyPr/>
          <a:lstStyle/>
          <a:p>
            <a:fld id="{CB818ED7-1FAF-4BEC-A906-EB6564C334EB}" type="slidenum">
              <a:rPr lang="zh-CN" altLang="en-US" smtClean="0"/>
              <a:pPr/>
              <a:t>2</a:t>
            </a:fld>
            <a:endParaRPr lang="zh-CN" altLang="en-US" dirty="0"/>
          </a:p>
        </p:txBody>
      </p:sp>
      <p:sp>
        <p:nvSpPr>
          <p:cNvPr id="5" name="文本框 4">
            <a:extLst>
              <a:ext uri="{FF2B5EF4-FFF2-40B4-BE49-F238E27FC236}">
                <a16:creationId xmlns:a16="http://schemas.microsoft.com/office/drawing/2014/main" id="{A3E2B626-2F12-6A44-BF6B-6D1B3616EFD7}"/>
              </a:ext>
            </a:extLst>
          </p:cNvPr>
          <p:cNvSpPr txBox="1"/>
          <p:nvPr/>
        </p:nvSpPr>
        <p:spPr>
          <a:xfrm>
            <a:off x="10620375" y="1781175"/>
            <a:ext cx="184731" cy="300082"/>
          </a:xfrm>
          <a:prstGeom prst="rect">
            <a:avLst/>
          </a:prstGeom>
          <a:noFill/>
        </p:spPr>
        <p:txBody>
          <a:bodyPr wrap="none" rtlCol="0">
            <a:spAutoFit/>
          </a:bodyPr>
          <a:lstStyle/>
          <a:p>
            <a:endParaRPr kumimoji="1" lang="zh-CN" altLang="en-US" sz="1350"/>
          </a:p>
        </p:txBody>
      </p:sp>
    </p:spTree>
    <p:extLst>
      <p:ext uri="{BB962C8B-B14F-4D97-AF65-F5344CB8AC3E}">
        <p14:creationId xmlns:p14="http://schemas.microsoft.com/office/powerpoint/2010/main" val="22379862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E6DD51-F4E8-5AFC-7EBC-D092ACBF6D38}"/>
              </a:ext>
            </a:extLst>
          </p:cNvPr>
          <p:cNvSpPr>
            <a:spLocks noGrp="1"/>
          </p:cNvSpPr>
          <p:nvPr>
            <p:ph type="title"/>
          </p:nvPr>
        </p:nvSpPr>
        <p:spPr/>
        <p:txBody>
          <a:bodyPr/>
          <a:lstStyle/>
          <a:p>
            <a:r>
              <a:rPr kumimoji="1" lang="en-US" altLang="zh-CN" dirty="0" err="1"/>
              <a:t>GraphQL</a:t>
            </a:r>
            <a:endParaRPr kumimoji="1" lang="zh-CN" altLang="en-US" dirty="0"/>
          </a:p>
        </p:txBody>
      </p:sp>
      <p:sp>
        <p:nvSpPr>
          <p:cNvPr id="3" name="内容占位符 2">
            <a:extLst>
              <a:ext uri="{FF2B5EF4-FFF2-40B4-BE49-F238E27FC236}">
                <a16:creationId xmlns:a16="http://schemas.microsoft.com/office/drawing/2014/main" id="{481515AF-5A56-58CF-6059-B0875EC3926D}"/>
              </a:ext>
            </a:extLst>
          </p:cNvPr>
          <p:cNvSpPr>
            <a:spLocks noGrp="1"/>
          </p:cNvSpPr>
          <p:nvPr>
            <p:ph idx="1"/>
          </p:nvPr>
        </p:nvSpPr>
        <p:spPr/>
        <p:txBody>
          <a:bodyPr/>
          <a:lstStyle/>
          <a:p>
            <a:r>
              <a:rPr kumimoji="1" lang="en" altLang="zh-CN" dirty="0"/>
              <a:t>A query language for your API</a:t>
            </a:r>
          </a:p>
          <a:p>
            <a:pPr lvl="1"/>
            <a:r>
              <a:rPr kumimoji="1" lang="en" altLang="zh-CN" dirty="0" err="1"/>
              <a:t>GraphQL</a:t>
            </a:r>
            <a:r>
              <a:rPr kumimoji="1" lang="en" altLang="zh-CN" dirty="0"/>
              <a:t> is a query language for APIs and a runtime for fulfilling those queries with your existing data. </a:t>
            </a:r>
          </a:p>
          <a:p>
            <a:pPr lvl="1"/>
            <a:r>
              <a:rPr kumimoji="1" lang="en" altLang="zh-CN" dirty="0" err="1"/>
              <a:t>GraphQL</a:t>
            </a:r>
            <a:r>
              <a:rPr kumimoji="1" lang="en" altLang="zh-CN" dirty="0"/>
              <a:t> provides a complete and understandable description of the data in your API, gives clients the power to ask for exactly what they need and nothing more, makes it easier to evolve APIs over time, and enables powerful developer tools.</a:t>
            </a:r>
          </a:p>
          <a:p>
            <a:pPr lvl="1"/>
            <a:endParaRPr kumimoji="1" lang="en" altLang="zh-CN" dirty="0"/>
          </a:p>
          <a:p>
            <a:pPr lvl="1"/>
            <a:r>
              <a:rPr kumimoji="1" lang="en" altLang="zh-CN" dirty="0">
                <a:hlinkClick r:id="rId2"/>
              </a:rPr>
              <a:t>https://graphql.org/</a:t>
            </a:r>
            <a:r>
              <a:rPr kumimoji="1" lang="en" altLang="zh-CN" dirty="0"/>
              <a:t> </a:t>
            </a:r>
            <a:endParaRPr kumimoji="1" lang="zh-CN" altLang="en-US" dirty="0"/>
          </a:p>
        </p:txBody>
      </p:sp>
      <p:sp>
        <p:nvSpPr>
          <p:cNvPr id="4" name="灯片编号占位符 3">
            <a:extLst>
              <a:ext uri="{FF2B5EF4-FFF2-40B4-BE49-F238E27FC236}">
                <a16:creationId xmlns:a16="http://schemas.microsoft.com/office/drawing/2014/main" id="{7E4ABF94-7BAB-5734-58D8-4D3084DB01AD}"/>
              </a:ext>
            </a:extLst>
          </p:cNvPr>
          <p:cNvSpPr>
            <a:spLocks noGrp="1"/>
          </p:cNvSpPr>
          <p:nvPr>
            <p:ph type="sldNum" sz="quarter" idx="12"/>
          </p:nvPr>
        </p:nvSpPr>
        <p:spPr/>
        <p:txBody>
          <a:bodyPr/>
          <a:lstStyle/>
          <a:p>
            <a:fld id="{CB818ED7-1FAF-4BEC-A906-EB6564C334EB}" type="slidenum">
              <a:rPr lang="zh-CN" altLang="en-US" smtClean="0"/>
              <a:pPr/>
              <a:t>3</a:t>
            </a:fld>
            <a:endParaRPr lang="zh-CN" altLang="en-US" dirty="0"/>
          </a:p>
        </p:txBody>
      </p:sp>
      <p:pic>
        <p:nvPicPr>
          <p:cNvPr id="5" name="图片 4">
            <a:extLst>
              <a:ext uri="{FF2B5EF4-FFF2-40B4-BE49-F238E27FC236}">
                <a16:creationId xmlns:a16="http://schemas.microsoft.com/office/drawing/2014/main" id="{B2FB432C-8265-AA82-C5A6-7268D8A67330}"/>
              </a:ext>
            </a:extLst>
          </p:cNvPr>
          <p:cNvPicPr>
            <a:picLocks noChangeAspect="1"/>
          </p:cNvPicPr>
          <p:nvPr/>
        </p:nvPicPr>
        <p:blipFill>
          <a:blip r:embed="rId3"/>
          <a:stretch>
            <a:fillRect/>
          </a:stretch>
        </p:blipFill>
        <p:spPr>
          <a:xfrm>
            <a:off x="6588224" y="3291830"/>
            <a:ext cx="1536700" cy="495300"/>
          </a:xfrm>
          <a:prstGeom prst="rect">
            <a:avLst/>
          </a:prstGeom>
        </p:spPr>
      </p:pic>
    </p:spTree>
    <p:extLst>
      <p:ext uri="{BB962C8B-B14F-4D97-AF65-F5344CB8AC3E}">
        <p14:creationId xmlns:p14="http://schemas.microsoft.com/office/powerpoint/2010/main" val="1416255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E6DD51-F4E8-5AFC-7EBC-D092ACBF6D38}"/>
              </a:ext>
            </a:extLst>
          </p:cNvPr>
          <p:cNvSpPr>
            <a:spLocks noGrp="1"/>
          </p:cNvSpPr>
          <p:nvPr>
            <p:ph type="title"/>
          </p:nvPr>
        </p:nvSpPr>
        <p:spPr/>
        <p:txBody>
          <a:bodyPr/>
          <a:lstStyle/>
          <a:p>
            <a:r>
              <a:rPr kumimoji="1" lang="en-US" altLang="zh-CN" dirty="0" err="1"/>
              <a:t>GraphQL</a:t>
            </a:r>
            <a:endParaRPr kumimoji="1" lang="zh-CN" altLang="en-US" dirty="0"/>
          </a:p>
        </p:txBody>
      </p:sp>
      <p:sp>
        <p:nvSpPr>
          <p:cNvPr id="3" name="内容占位符 2">
            <a:extLst>
              <a:ext uri="{FF2B5EF4-FFF2-40B4-BE49-F238E27FC236}">
                <a16:creationId xmlns:a16="http://schemas.microsoft.com/office/drawing/2014/main" id="{481515AF-5A56-58CF-6059-B0875EC3926D}"/>
              </a:ext>
            </a:extLst>
          </p:cNvPr>
          <p:cNvSpPr>
            <a:spLocks noGrp="1"/>
          </p:cNvSpPr>
          <p:nvPr>
            <p:ph idx="1"/>
          </p:nvPr>
        </p:nvSpPr>
        <p:spPr/>
        <p:txBody>
          <a:bodyPr/>
          <a:lstStyle/>
          <a:p>
            <a:r>
              <a:rPr kumimoji="1" lang="en" altLang="zh-CN" dirty="0" err="1"/>
              <a:t>GraphQL</a:t>
            </a:r>
            <a:r>
              <a:rPr kumimoji="1" lang="en" altLang="zh-CN" dirty="0"/>
              <a:t> is a query language for your API, and a server-side runtime for executing queries using a type system you define for your data. </a:t>
            </a:r>
          </a:p>
          <a:p>
            <a:pPr lvl="1"/>
            <a:r>
              <a:rPr kumimoji="1" lang="en" altLang="zh-CN" dirty="0" err="1"/>
              <a:t>GraphQL</a:t>
            </a:r>
            <a:r>
              <a:rPr kumimoji="1" lang="en" altLang="zh-CN" dirty="0"/>
              <a:t> isn't tied to any specific database or storage engine and is instead backed by your existing code and data.</a:t>
            </a:r>
          </a:p>
          <a:p>
            <a:pPr lvl="1"/>
            <a:r>
              <a:rPr kumimoji="1" lang="en" altLang="zh-CN" dirty="0"/>
              <a:t>A </a:t>
            </a:r>
            <a:r>
              <a:rPr kumimoji="1" lang="en" altLang="zh-CN" dirty="0" err="1"/>
              <a:t>GraphQL</a:t>
            </a:r>
            <a:r>
              <a:rPr kumimoji="1" lang="en" altLang="zh-CN" dirty="0"/>
              <a:t> service is created by defining types and fields on those types, then providing functions for each field on each type.</a:t>
            </a:r>
          </a:p>
          <a:p>
            <a:endParaRPr kumimoji="1" lang="zh-CN" altLang="en-US" dirty="0"/>
          </a:p>
        </p:txBody>
      </p:sp>
      <p:sp>
        <p:nvSpPr>
          <p:cNvPr id="4" name="灯片编号占位符 3">
            <a:extLst>
              <a:ext uri="{FF2B5EF4-FFF2-40B4-BE49-F238E27FC236}">
                <a16:creationId xmlns:a16="http://schemas.microsoft.com/office/drawing/2014/main" id="{7E4ABF94-7BAB-5734-58D8-4D3084DB01AD}"/>
              </a:ext>
            </a:extLst>
          </p:cNvPr>
          <p:cNvSpPr>
            <a:spLocks noGrp="1"/>
          </p:cNvSpPr>
          <p:nvPr>
            <p:ph type="sldNum" sz="quarter" idx="12"/>
          </p:nvPr>
        </p:nvSpPr>
        <p:spPr/>
        <p:txBody>
          <a:bodyPr/>
          <a:lstStyle/>
          <a:p>
            <a:fld id="{CB818ED7-1FAF-4BEC-A906-EB6564C334EB}" type="slidenum">
              <a:rPr lang="zh-CN" altLang="en-US" smtClean="0"/>
              <a:pPr/>
              <a:t>4</a:t>
            </a:fld>
            <a:endParaRPr lang="zh-CN" altLang="en-US" dirty="0"/>
          </a:p>
        </p:txBody>
      </p:sp>
      <p:sp>
        <p:nvSpPr>
          <p:cNvPr id="7" name="文本框 6">
            <a:extLst>
              <a:ext uri="{FF2B5EF4-FFF2-40B4-BE49-F238E27FC236}">
                <a16:creationId xmlns:a16="http://schemas.microsoft.com/office/drawing/2014/main" id="{62ABF514-64D4-4DDF-BC18-F6C4CEE43B8F}"/>
              </a:ext>
            </a:extLst>
          </p:cNvPr>
          <p:cNvSpPr txBox="1"/>
          <p:nvPr/>
        </p:nvSpPr>
        <p:spPr>
          <a:xfrm>
            <a:off x="1597968" y="2561222"/>
            <a:ext cx="2088232" cy="2031325"/>
          </a:xfrm>
          <a:prstGeom prst="rect">
            <a:avLst/>
          </a:prstGeom>
          <a:noFill/>
        </p:spPr>
        <p:txBody>
          <a:bodyPr wrap="square">
            <a:spAutoFit/>
          </a:bodyPr>
          <a:lstStyle/>
          <a:p>
            <a:r>
              <a:rPr lang="en" altLang="zh-CN" dirty="0">
                <a:solidFill>
                  <a:srgbClr val="B11A04"/>
                </a:solidFill>
                <a:effectLst/>
              </a:rPr>
              <a:t>type</a:t>
            </a:r>
            <a:r>
              <a:rPr lang="en" altLang="zh-CN" dirty="0">
                <a:effectLst/>
              </a:rPr>
              <a:t> Query </a:t>
            </a:r>
            <a:r>
              <a:rPr lang="en" altLang="zh-CN" dirty="0">
                <a:solidFill>
                  <a:srgbClr val="555555"/>
                </a:solidFill>
                <a:effectLst/>
              </a:rPr>
              <a:t>{</a:t>
            </a:r>
            <a:endParaRPr lang="en" altLang="zh-CN" dirty="0"/>
          </a:p>
          <a:p>
            <a:r>
              <a:rPr lang="zh-CN" altLang="en-US" dirty="0">
                <a:solidFill>
                  <a:srgbClr val="1F61A0"/>
                </a:solidFill>
                <a:effectLst/>
              </a:rPr>
              <a:t>    </a:t>
            </a:r>
            <a:r>
              <a:rPr lang="en" altLang="zh-CN" dirty="0">
                <a:solidFill>
                  <a:srgbClr val="1F61A0"/>
                </a:solidFill>
                <a:effectLst/>
              </a:rPr>
              <a:t>me</a:t>
            </a:r>
            <a:r>
              <a:rPr lang="en" altLang="zh-CN" dirty="0">
                <a:solidFill>
                  <a:srgbClr val="555555"/>
                </a:solidFill>
                <a:effectLst/>
              </a:rPr>
              <a:t>:</a:t>
            </a:r>
            <a:r>
              <a:rPr lang="en" altLang="zh-CN" dirty="0">
                <a:effectLst/>
              </a:rPr>
              <a:t> </a:t>
            </a:r>
            <a:r>
              <a:rPr lang="en" altLang="zh-CN" dirty="0">
                <a:solidFill>
                  <a:srgbClr val="CA9800"/>
                </a:solidFill>
                <a:effectLst/>
              </a:rPr>
              <a:t>User</a:t>
            </a:r>
            <a:endParaRPr lang="en" altLang="zh-CN" dirty="0">
              <a:effectLst/>
            </a:endParaRPr>
          </a:p>
          <a:p>
            <a:r>
              <a:rPr lang="en" altLang="zh-CN" dirty="0">
                <a:solidFill>
                  <a:srgbClr val="555555"/>
                </a:solidFill>
                <a:effectLst/>
              </a:rPr>
              <a:t>}</a:t>
            </a:r>
            <a:endParaRPr lang="en" altLang="zh-CN" dirty="0">
              <a:effectLst/>
            </a:endParaRPr>
          </a:p>
          <a:p>
            <a:r>
              <a:rPr lang="en" altLang="zh-CN" dirty="0">
                <a:solidFill>
                  <a:srgbClr val="B11A04"/>
                </a:solidFill>
                <a:effectLst/>
              </a:rPr>
              <a:t>type</a:t>
            </a:r>
            <a:r>
              <a:rPr lang="en" altLang="zh-CN" dirty="0">
                <a:effectLst/>
              </a:rPr>
              <a:t> User </a:t>
            </a:r>
            <a:r>
              <a:rPr lang="en" altLang="zh-CN" dirty="0">
                <a:solidFill>
                  <a:srgbClr val="555555"/>
                </a:solidFill>
                <a:effectLst/>
              </a:rPr>
              <a:t>{</a:t>
            </a:r>
            <a:endParaRPr lang="en" altLang="zh-CN" dirty="0">
              <a:effectLst/>
            </a:endParaRPr>
          </a:p>
          <a:p>
            <a:r>
              <a:rPr lang="zh-CN" altLang="en-US" dirty="0">
                <a:solidFill>
                  <a:srgbClr val="1F61A0"/>
                </a:solidFill>
                <a:effectLst/>
              </a:rPr>
              <a:t>    </a:t>
            </a:r>
            <a:r>
              <a:rPr lang="en" altLang="zh-CN" dirty="0">
                <a:solidFill>
                  <a:srgbClr val="1F61A0"/>
                </a:solidFill>
                <a:effectLst/>
              </a:rPr>
              <a:t>id</a:t>
            </a:r>
            <a:r>
              <a:rPr lang="en" altLang="zh-CN" dirty="0">
                <a:solidFill>
                  <a:srgbClr val="555555"/>
                </a:solidFill>
                <a:effectLst/>
              </a:rPr>
              <a:t>:</a:t>
            </a:r>
            <a:r>
              <a:rPr lang="en" altLang="zh-CN" dirty="0">
                <a:effectLst/>
              </a:rPr>
              <a:t> </a:t>
            </a:r>
            <a:r>
              <a:rPr lang="en" altLang="zh-CN" dirty="0">
                <a:solidFill>
                  <a:srgbClr val="CA9800"/>
                </a:solidFill>
                <a:effectLst/>
              </a:rPr>
              <a:t>ID</a:t>
            </a:r>
            <a:endParaRPr lang="en" altLang="zh-CN" dirty="0">
              <a:effectLst/>
            </a:endParaRPr>
          </a:p>
          <a:p>
            <a:r>
              <a:rPr lang="zh-CN" altLang="en-US" dirty="0">
                <a:solidFill>
                  <a:srgbClr val="1F61A0"/>
                </a:solidFill>
                <a:effectLst/>
              </a:rPr>
              <a:t>    </a:t>
            </a:r>
            <a:r>
              <a:rPr lang="en" altLang="zh-CN" dirty="0">
                <a:solidFill>
                  <a:srgbClr val="1F61A0"/>
                </a:solidFill>
                <a:effectLst/>
              </a:rPr>
              <a:t>name</a:t>
            </a:r>
            <a:r>
              <a:rPr lang="en" altLang="zh-CN" dirty="0">
                <a:solidFill>
                  <a:srgbClr val="555555"/>
                </a:solidFill>
                <a:effectLst/>
              </a:rPr>
              <a:t>:</a:t>
            </a:r>
            <a:r>
              <a:rPr lang="en" altLang="zh-CN" dirty="0">
                <a:effectLst/>
              </a:rPr>
              <a:t> </a:t>
            </a:r>
            <a:r>
              <a:rPr lang="en" altLang="zh-CN" dirty="0">
                <a:solidFill>
                  <a:srgbClr val="CA9800"/>
                </a:solidFill>
                <a:effectLst/>
              </a:rPr>
              <a:t>String</a:t>
            </a:r>
            <a:endParaRPr lang="en" altLang="zh-CN" dirty="0">
              <a:effectLst/>
            </a:endParaRPr>
          </a:p>
          <a:p>
            <a:r>
              <a:rPr lang="en" altLang="zh-CN" dirty="0">
                <a:solidFill>
                  <a:srgbClr val="555555"/>
                </a:solidFill>
                <a:effectLst/>
              </a:rPr>
              <a:t>}</a:t>
            </a:r>
            <a:endParaRPr lang="en" altLang="zh-CN" dirty="0">
              <a:effectLst/>
            </a:endParaRPr>
          </a:p>
        </p:txBody>
      </p:sp>
      <p:sp>
        <p:nvSpPr>
          <p:cNvPr id="9" name="文本框 8">
            <a:extLst>
              <a:ext uri="{FF2B5EF4-FFF2-40B4-BE49-F238E27FC236}">
                <a16:creationId xmlns:a16="http://schemas.microsoft.com/office/drawing/2014/main" id="{FC059B8C-5E9E-D905-C070-204838709F2C}"/>
              </a:ext>
            </a:extLst>
          </p:cNvPr>
          <p:cNvSpPr txBox="1"/>
          <p:nvPr/>
        </p:nvSpPr>
        <p:spPr>
          <a:xfrm>
            <a:off x="4003340" y="2575865"/>
            <a:ext cx="4572000" cy="1754326"/>
          </a:xfrm>
          <a:prstGeom prst="rect">
            <a:avLst/>
          </a:prstGeom>
          <a:noFill/>
        </p:spPr>
        <p:txBody>
          <a:bodyPr wrap="square">
            <a:spAutoFit/>
          </a:bodyPr>
          <a:lstStyle/>
          <a:p>
            <a:r>
              <a:rPr lang="en" altLang="zh-CN" dirty="0">
                <a:solidFill>
                  <a:srgbClr val="B11A04"/>
                </a:solidFill>
                <a:effectLst/>
              </a:rPr>
              <a:t>function</a:t>
            </a:r>
            <a:r>
              <a:rPr lang="en" altLang="zh-CN" dirty="0">
                <a:effectLst/>
              </a:rPr>
              <a:t> </a:t>
            </a:r>
            <a:r>
              <a:rPr lang="en" altLang="zh-CN" dirty="0" err="1">
                <a:solidFill>
                  <a:srgbClr val="B33086"/>
                </a:solidFill>
                <a:effectLst/>
              </a:rPr>
              <a:t>Query_me</a:t>
            </a:r>
            <a:r>
              <a:rPr lang="en" altLang="zh-CN" dirty="0">
                <a:solidFill>
                  <a:srgbClr val="555555"/>
                </a:solidFill>
                <a:effectLst/>
              </a:rPr>
              <a:t>(</a:t>
            </a:r>
            <a:r>
              <a:rPr lang="en" altLang="zh-CN" dirty="0">
                <a:effectLst/>
              </a:rPr>
              <a:t>request</a:t>
            </a:r>
            <a:r>
              <a:rPr lang="en" altLang="zh-CN" dirty="0">
                <a:solidFill>
                  <a:srgbClr val="555555"/>
                </a:solidFill>
                <a:effectLst/>
              </a:rPr>
              <a:t>)</a:t>
            </a:r>
            <a:r>
              <a:rPr lang="en" altLang="zh-CN" dirty="0">
                <a:effectLst/>
              </a:rPr>
              <a:t> </a:t>
            </a:r>
            <a:r>
              <a:rPr lang="en" altLang="zh-CN" dirty="0">
                <a:solidFill>
                  <a:srgbClr val="555555"/>
                </a:solidFill>
                <a:effectLst/>
              </a:rPr>
              <a:t>{</a:t>
            </a:r>
            <a:endParaRPr lang="en" altLang="zh-CN" dirty="0">
              <a:effectLst/>
            </a:endParaRPr>
          </a:p>
          <a:p>
            <a:r>
              <a:rPr lang="zh-CN" altLang="en-US" dirty="0">
                <a:solidFill>
                  <a:srgbClr val="B11A04"/>
                </a:solidFill>
                <a:effectLst/>
              </a:rPr>
              <a:t>    </a:t>
            </a:r>
            <a:r>
              <a:rPr lang="en" altLang="zh-CN" dirty="0">
                <a:solidFill>
                  <a:srgbClr val="B11A04"/>
                </a:solidFill>
                <a:effectLst/>
              </a:rPr>
              <a:t>return</a:t>
            </a:r>
            <a:r>
              <a:rPr lang="en" altLang="zh-CN" dirty="0">
                <a:effectLst/>
              </a:rPr>
              <a:t> </a:t>
            </a:r>
            <a:r>
              <a:rPr lang="en" altLang="zh-CN" dirty="0" err="1">
                <a:effectLst/>
              </a:rPr>
              <a:t>request</a:t>
            </a:r>
            <a:r>
              <a:rPr lang="en" altLang="zh-CN" dirty="0" err="1">
                <a:solidFill>
                  <a:srgbClr val="555555"/>
                </a:solidFill>
                <a:effectLst/>
              </a:rPr>
              <a:t>.</a:t>
            </a:r>
            <a:r>
              <a:rPr lang="en" altLang="zh-CN" dirty="0" err="1">
                <a:effectLst/>
              </a:rPr>
              <a:t>auth</a:t>
            </a:r>
            <a:r>
              <a:rPr lang="en" altLang="zh-CN" dirty="0" err="1">
                <a:solidFill>
                  <a:srgbClr val="555555"/>
                </a:solidFill>
                <a:effectLst/>
              </a:rPr>
              <a:t>.</a:t>
            </a:r>
            <a:r>
              <a:rPr lang="en" altLang="zh-CN" dirty="0" err="1">
                <a:effectLst/>
              </a:rPr>
              <a:t>user</a:t>
            </a:r>
            <a:endParaRPr lang="en" altLang="zh-CN" dirty="0">
              <a:effectLst/>
            </a:endParaRPr>
          </a:p>
          <a:p>
            <a:r>
              <a:rPr lang="en" altLang="zh-CN" dirty="0">
                <a:solidFill>
                  <a:srgbClr val="555555"/>
                </a:solidFill>
                <a:effectLst/>
              </a:rPr>
              <a:t>}</a:t>
            </a:r>
            <a:endParaRPr lang="en" altLang="zh-CN" dirty="0">
              <a:effectLst/>
            </a:endParaRPr>
          </a:p>
          <a:p>
            <a:r>
              <a:rPr lang="en" altLang="zh-CN" dirty="0">
                <a:solidFill>
                  <a:srgbClr val="B11A04"/>
                </a:solidFill>
                <a:effectLst/>
              </a:rPr>
              <a:t>function</a:t>
            </a:r>
            <a:r>
              <a:rPr lang="en" altLang="zh-CN" dirty="0">
                <a:effectLst/>
              </a:rPr>
              <a:t> </a:t>
            </a:r>
            <a:r>
              <a:rPr lang="en" altLang="zh-CN" dirty="0" err="1">
                <a:solidFill>
                  <a:srgbClr val="B33086"/>
                </a:solidFill>
                <a:effectLst/>
              </a:rPr>
              <a:t>User_name</a:t>
            </a:r>
            <a:r>
              <a:rPr lang="en" altLang="zh-CN" dirty="0">
                <a:solidFill>
                  <a:srgbClr val="555555"/>
                </a:solidFill>
                <a:effectLst/>
              </a:rPr>
              <a:t>(</a:t>
            </a:r>
            <a:r>
              <a:rPr lang="en" altLang="zh-CN" dirty="0">
                <a:effectLst/>
              </a:rPr>
              <a:t>user</a:t>
            </a:r>
            <a:r>
              <a:rPr lang="en" altLang="zh-CN" dirty="0">
                <a:solidFill>
                  <a:srgbClr val="555555"/>
                </a:solidFill>
                <a:effectLst/>
              </a:rPr>
              <a:t>)</a:t>
            </a:r>
            <a:r>
              <a:rPr lang="en" altLang="zh-CN" dirty="0">
                <a:effectLst/>
              </a:rPr>
              <a:t> </a:t>
            </a:r>
            <a:r>
              <a:rPr lang="en" altLang="zh-CN" dirty="0">
                <a:solidFill>
                  <a:srgbClr val="555555"/>
                </a:solidFill>
                <a:effectLst/>
              </a:rPr>
              <a:t>{</a:t>
            </a:r>
            <a:endParaRPr lang="en" altLang="zh-CN" dirty="0">
              <a:effectLst/>
            </a:endParaRPr>
          </a:p>
          <a:p>
            <a:r>
              <a:rPr lang="zh-CN" altLang="en-US" dirty="0">
                <a:solidFill>
                  <a:srgbClr val="B11A04"/>
                </a:solidFill>
                <a:effectLst/>
              </a:rPr>
              <a:t>    </a:t>
            </a:r>
            <a:r>
              <a:rPr lang="en" altLang="zh-CN" dirty="0">
                <a:solidFill>
                  <a:srgbClr val="B11A04"/>
                </a:solidFill>
                <a:effectLst/>
              </a:rPr>
              <a:t>return</a:t>
            </a:r>
            <a:r>
              <a:rPr lang="en" altLang="zh-CN" dirty="0">
                <a:effectLst/>
              </a:rPr>
              <a:t> </a:t>
            </a:r>
            <a:r>
              <a:rPr lang="en" altLang="zh-CN" dirty="0" err="1">
                <a:effectLst/>
              </a:rPr>
              <a:t>user</a:t>
            </a:r>
            <a:r>
              <a:rPr lang="en" altLang="zh-CN" dirty="0" err="1">
                <a:solidFill>
                  <a:srgbClr val="555555"/>
                </a:solidFill>
                <a:effectLst/>
              </a:rPr>
              <a:t>.</a:t>
            </a:r>
            <a:r>
              <a:rPr lang="en" altLang="zh-CN" dirty="0" err="1">
                <a:solidFill>
                  <a:srgbClr val="B33086"/>
                </a:solidFill>
                <a:effectLst/>
              </a:rPr>
              <a:t>getName</a:t>
            </a:r>
            <a:r>
              <a:rPr lang="en" altLang="zh-CN" dirty="0">
                <a:solidFill>
                  <a:srgbClr val="555555"/>
                </a:solidFill>
                <a:effectLst/>
              </a:rPr>
              <a:t>()</a:t>
            </a:r>
            <a:endParaRPr lang="en" altLang="zh-CN" dirty="0">
              <a:effectLst/>
            </a:endParaRPr>
          </a:p>
          <a:p>
            <a:r>
              <a:rPr lang="en" altLang="zh-CN" dirty="0">
                <a:solidFill>
                  <a:srgbClr val="555555"/>
                </a:solidFill>
                <a:effectLst/>
              </a:rPr>
              <a:t>}</a:t>
            </a:r>
            <a:endParaRPr lang="en" altLang="zh-CN" dirty="0">
              <a:effectLst/>
            </a:endParaRPr>
          </a:p>
        </p:txBody>
      </p:sp>
    </p:spTree>
    <p:extLst>
      <p:ext uri="{BB962C8B-B14F-4D97-AF65-F5344CB8AC3E}">
        <p14:creationId xmlns:p14="http://schemas.microsoft.com/office/powerpoint/2010/main" val="24737588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E6DD51-F4E8-5AFC-7EBC-D092ACBF6D38}"/>
              </a:ext>
            </a:extLst>
          </p:cNvPr>
          <p:cNvSpPr>
            <a:spLocks noGrp="1"/>
          </p:cNvSpPr>
          <p:nvPr>
            <p:ph type="title"/>
          </p:nvPr>
        </p:nvSpPr>
        <p:spPr/>
        <p:txBody>
          <a:bodyPr/>
          <a:lstStyle/>
          <a:p>
            <a:r>
              <a:rPr kumimoji="1" lang="en-US" altLang="zh-CN" dirty="0" err="1"/>
              <a:t>GraphQL</a:t>
            </a:r>
            <a:endParaRPr kumimoji="1" lang="zh-CN" altLang="en-US" dirty="0"/>
          </a:p>
        </p:txBody>
      </p:sp>
      <p:sp>
        <p:nvSpPr>
          <p:cNvPr id="3" name="内容占位符 2">
            <a:extLst>
              <a:ext uri="{FF2B5EF4-FFF2-40B4-BE49-F238E27FC236}">
                <a16:creationId xmlns:a16="http://schemas.microsoft.com/office/drawing/2014/main" id="{481515AF-5A56-58CF-6059-B0875EC3926D}"/>
              </a:ext>
            </a:extLst>
          </p:cNvPr>
          <p:cNvSpPr>
            <a:spLocks noGrp="1"/>
          </p:cNvSpPr>
          <p:nvPr>
            <p:ph idx="1"/>
          </p:nvPr>
        </p:nvSpPr>
        <p:spPr/>
        <p:txBody>
          <a:bodyPr/>
          <a:lstStyle/>
          <a:p>
            <a:r>
              <a:rPr kumimoji="1" lang="en" altLang="zh-CN" dirty="0"/>
              <a:t>After a </a:t>
            </a:r>
            <a:r>
              <a:rPr kumimoji="1" lang="en" altLang="zh-CN" dirty="0" err="1"/>
              <a:t>GraphQL</a:t>
            </a:r>
            <a:r>
              <a:rPr kumimoji="1" lang="en" altLang="zh-CN" dirty="0"/>
              <a:t> service is running (typically at a URL on a web service), </a:t>
            </a:r>
          </a:p>
          <a:p>
            <a:pPr lvl="1"/>
            <a:r>
              <a:rPr kumimoji="1" lang="en" altLang="zh-CN" dirty="0"/>
              <a:t>it can receive </a:t>
            </a:r>
            <a:r>
              <a:rPr kumimoji="1" lang="en" altLang="zh-CN" dirty="0" err="1"/>
              <a:t>GraphQL</a:t>
            </a:r>
            <a:r>
              <a:rPr kumimoji="1" lang="en" altLang="zh-CN" dirty="0"/>
              <a:t> queries to validate and execute. </a:t>
            </a:r>
          </a:p>
          <a:p>
            <a:pPr lvl="1"/>
            <a:r>
              <a:rPr kumimoji="1" lang="en" altLang="zh-CN" dirty="0"/>
              <a:t>The service first checks a query to ensure it only refers to the types and fields defined, and then runs the provided functions to produce a result.</a:t>
            </a:r>
            <a:endParaRPr kumimoji="1" lang="zh-CN" altLang="en-US" dirty="0"/>
          </a:p>
        </p:txBody>
      </p:sp>
      <p:sp>
        <p:nvSpPr>
          <p:cNvPr id="4" name="灯片编号占位符 3">
            <a:extLst>
              <a:ext uri="{FF2B5EF4-FFF2-40B4-BE49-F238E27FC236}">
                <a16:creationId xmlns:a16="http://schemas.microsoft.com/office/drawing/2014/main" id="{7E4ABF94-7BAB-5734-58D8-4D3084DB01AD}"/>
              </a:ext>
            </a:extLst>
          </p:cNvPr>
          <p:cNvSpPr>
            <a:spLocks noGrp="1"/>
          </p:cNvSpPr>
          <p:nvPr>
            <p:ph type="sldNum" sz="quarter" idx="12"/>
          </p:nvPr>
        </p:nvSpPr>
        <p:spPr/>
        <p:txBody>
          <a:bodyPr/>
          <a:lstStyle/>
          <a:p>
            <a:fld id="{CB818ED7-1FAF-4BEC-A906-EB6564C334EB}" type="slidenum">
              <a:rPr lang="zh-CN" altLang="en-US" smtClean="0"/>
              <a:pPr/>
              <a:t>5</a:t>
            </a:fld>
            <a:endParaRPr lang="zh-CN" altLang="en-US" dirty="0"/>
          </a:p>
        </p:txBody>
      </p:sp>
      <p:sp>
        <p:nvSpPr>
          <p:cNvPr id="6" name="文本框 5">
            <a:extLst>
              <a:ext uri="{FF2B5EF4-FFF2-40B4-BE49-F238E27FC236}">
                <a16:creationId xmlns:a16="http://schemas.microsoft.com/office/drawing/2014/main" id="{FF04E325-A2AB-FA29-615E-9662A681FF16}"/>
              </a:ext>
            </a:extLst>
          </p:cNvPr>
          <p:cNvSpPr txBox="1"/>
          <p:nvPr/>
        </p:nvSpPr>
        <p:spPr>
          <a:xfrm>
            <a:off x="1637928" y="2283718"/>
            <a:ext cx="4572000" cy="1477328"/>
          </a:xfrm>
          <a:prstGeom prst="rect">
            <a:avLst/>
          </a:prstGeom>
          <a:noFill/>
        </p:spPr>
        <p:txBody>
          <a:bodyPr wrap="square">
            <a:spAutoFit/>
          </a:bodyPr>
          <a:lstStyle/>
          <a:p>
            <a:r>
              <a:rPr lang="en" altLang="zh-CN" dirty="0">
                <a:solidFill>
                  <a:srgbClr val="555555"/>
                </a:solidFill>
                <a:effectLst/>
              </a:rPr>
              <a:t>{</a:t>
            </a:r>
            <a:endParaRPr lang="en" altLang="zh-CN" dirty="0">
              <a:effectLst/>
            </a:endParaRPr>
          </a:p>
          <a:p>
            <a:r>
              <a:rPr lang="zh-CN" altLang="en-US" dirty="0">
                <a:effectLst/>
              </a:rPr>
              <a:t>    </a:t>
            </a:r>
            <a:r>
              <a:rPr lang="en" altLang="zh-CN" dirty="0">
                <a:effectLst/>
              </a:rPr>
              <a:t>me </a:t>
            </a:r>
            <a:r>
              <a:rPr lang="en" altLang="zh-CN" dirty="0">
                <a:solidFill>
                  <a:srgbClr val="555555"/>
                </a:solidFill>
                <a:effectLst/>
              </a:rPr>
              <a:t>{</a:t>
            </a:r>
            <a:endParaRPr lang="en" altLang="zh-CN" dirty="0">
              <a:effectLst/>
            </a:endParaRPr>
          </a:p>
          <a:p>
            <a:r>
              <a:rPr lang="zh-CN" altLang="en-US" dirty="0">
                <a:effectLst/>
              </a:rPr>
              <a:t>       </a:t>
            </a:r>
            <a:r>
              <a:rPr lang="en" altLang="zh-CN" dirty="0">
                <a:effectLst/>
              </a:rPr>
              <a:t>name</a:t>
            </a:r>
          </a:p>
          <a:p>
            <a:r>
              <a:rPr lang="zh-CN" altLang="en-US" dirty="0">
                <a:solidFill>
                  <a:srgbClr val="555555"/>
                </a:solidFill>
                <a:effectLst/>
              </a:rPr>
              <a:t>    </a:t>
            </a:r>
            <a:r>
              <a:rPr lang="en" altLang="zh-CN" dirty="0">
                <a:solidFill>
                  <a:srgbClr val="555555"/>
                </a:solidFill>
                <a:effectLst/>
              </a:rPr>
              <a:t>}</a:t>
            </a:r>
            <a:endParaRPr lang="en" altLang="zh-CN" dirty="0">
              <a:effectLst/>
            </a:endParaRPr>
          </a:p>
          <a:p>
            <a:r>
              <a:rPr lang="en" altLang="zh-CN" dirty="0">
                <a:solidFill>
                  <a:srgbClr val="555555"/>
                </a:solidFill>
                <a:effectLst/>
              </a:rPr>
              <a:t>}</a:t>
            </a:r>
            <a:endParaRPr lang="en" altLang="zh-CN" dirty="0">
              <a:effectLst/>
            </a:endParaRPr>
          </a:p>
        </p:txBody>
      </p:sp>
      <p:sp>
        <p:nvSpPr>
          <p:cNvPr id="10" name="文本框 9">
            <a:extLst>
              <a:ext uri="{FF2B5EF4-FFF2-40B4-BE49-F238E27FC236}">
                <a16:creationId xmlns:a16="http://schemas.microsoft.com/office/drawing/2014/main" id="{CD8A6C0A-4F5C-BDC1-A756-6A34F8C7D418}"/>
              </a:ext>
            </a:extLst>
          </p:cNvPr>
          <p:cNvSpPr txBox="1"/>
          <p:nvPr/>
        </p:nvSpPr>
        <p:spPr>
          <a:xfrm>
            <a:off x="3744416" y="2283718"/>
            <a:ext cx="4572000" cy="1477328"/>
          </a:xfrm>
          <a:prstGeom prst="rect">
            <a:avLst/>
          </a:prstGeom>
          <a:noFill/>
        </p:spPr>
        <p:txBody>
          <a:bodyPr wrap="square">
            <a:spAutoFit/>
          </a:bodyPr>
          <a:lstStyle/>
          <a:p>
            <a:r>
              <a:rPr lang="en" altLang="zh-CN" dirty="0">
                <a:solidFill>
                  <a:srgbClr val="555555"/>
                </a:solidFill>
                <a:effectLst/>
              </a:rPr>
              <a:t>{</a:t>
            </a:r>
            <a:endParaRPr lang="en" altLang="zh-CN" dirty="0">
              <a:effectLst/>
            </a:endParaRPr>
          </a:p>
          <a:p>
            <a:r>
              <a:rPr lang="zh-CN" altLang="en-US" dirty="0">
                <a:solidFill>
                  <a:srgbClr val="1F61A0"/>
                </a:solidFill>
                <a:effectLst/>
              </a:rPr>
              <a:t>    </a:t>
            </a:r>
            <a:r>
              <a:rPr lang="en" altLang="zh-CN" dirty="0">
                <a:solidFill>
                  <a:srgbClr val="1F61A0"/>
                </a:solidFill>
                <a:effectLst/>
              </a:rPr>
              <a:t>"me"</a:t>
            </a:r>
            <a:r>
              <a:rPr lang="en" altLang="zh-CN" dirty="0">
                <a:solidFill>
                  <a:srgbClr val="555555"/>
                </a:solidFill>
                <a:effectLst/>
              </a:rPr>
              <a:t>:</a:t>
            </a:r>
            <a:r>
              <a:rPr lang="en" altLang="zh-CN" dirty="0">
                <a:effectLst/>
              </a:rPr>
              <a:t> </a:t>
            </a:r>
            <a:r>
              <a:rPr lang="en" altLang="zh-CN" dirty="0">
                <a:solidFill>
                  <a:srgbClr val="555555"/>
                </a:solidFill>
                <a:effectLst/>
              </a:rPr>
              <a:t>{</a:t>
            </a:r>
            <a:endParaRPr lang="en" altLang="zh-CN" dirty="0">
              <a:effectLst/>
            </a:endParaRPr>
          </a:p>
          <a:p>
            <a:r>
              <a:rPr lang="zh-CN" altLang="en-US" dirty="0">
                <a:solidFill>
                  <a:srgbClr val="1F61A0"/>
                </a:solidFill>
                <a:effectLst/>
              </a:rPr>
              <a:t>       </a:t>
            </a:r>
            <a:r>
              <a:rPr lang="en" altLang="zh-CN" dirty="0">
                <a:solidFill>
                  <a:srgbClr val="1F61A0"/>
                </a:solidFill>
                <a:effectLst/>
              </a:rPr>
              <a:t>"name"</a:t>
            </a:r>
            <a:r>
              <a:rPr lang="en" altLang="zh-CN" dirty="0">
                <a:solidFill>
                  <a:srgbClr val="555555"/>
                </a:solidFill>
                <a:effectLst/>
              </a:rPr>
              <a:t>:</a:t>
            </a:r>
            <a:r>
              <a:rPr lang="en" altLang="zh-CN" dirty="0">
                <a:effectLst/>
              </a:rPr>
              <a:t> </a:t>
            </a:r>
            <a:r>
              <a:rPr lang="en" altLang="zh-CN" dirty="0">
                <a:solidFill>
                  <a:srgbClr val="D64292"/>
                </a:solidFill>
                <a:effectLst/>
              </a:rPr>
              <a:t>"Luke Skywalker"</a:t>
            </a:r>
            <a:endParaRPr lang="en" altLang="zh-CN" dirty="0">
              <a:effectLst/>
            </a:endParaRPr>
          </a:p>
          <a:p>
            <a:r>
              <a:rPr lang="zh-CN" altLang="en-US" dirty="0">
                <a:solidFill>
                  <a:srgbClr val="555555"/>
                </a:solidFill>
                <a:effectLst/>
              </a:rPr>
              <a:t>    </a:t>
            </a:r>
            <a:r>
              <a:rPr lang="en" altLang="zh-CN" dirty="0">
                <a:solidFill>
                  <a:srgbClr val="555555"/>
                </a:solidFill>
                <a:effectLst/>
              </a:rPr>
              <a:t>}</a:t>
            </a:r>
            <a:endParaRPr lang="en" altLang="zh-CN" dirty="0">
              <a:effectLst/>
            </a:endParaRPr>
          </a:p>
          <a:p>
            <a:r>
              <a:rPr lang="en" altLang="zh-CN" dirty="0">
                <a:solidFill>
                  <a:srgbClr val="555555"/>
                </a:solidFill>
                <a:effectLst/>
              </a:rPr>
              <a:t>}</a:t>
            </a:r>
            <a:endParaRPr lang="en" altLang="zh-CN" dirty="0">
              <a:effectLst/>
            </a:endParaRPr>
          </a:p>
        </p:txBody>
      </p:sp>
    </p:spTree>
    <p:extLst>
      <p:ext uri="{BB962C8B-B14F-4D97-AF65-F5344CB8AC3E}">
        <p14:creationId xmlns:p14="http://schemas.microsoft.com/office/powerpoint/2010/main" val="20227015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7C3833-B25A-3DE0-5D01-1598FC3605A6}"/>
              </a:ext>
            </a:extLst>
          </p:cNvPr>
          <p:cNvSpPr>
            <a:spLocks noGrp="1"/>
          </p:cNvSpPr>
          <p:nvPr>
            <p:ph type="title"/>
          </p:nvPr>
        </p:nvSpPr>
        <p:spPr/>
        <p:txBody>
          <a:bodyPr/>
          <a:lstStyle/>
          <a:p>
            <a:r>
              <a:rPr kumimoji="1" lang="en" altLang="zh-CN" dirty="0"/>
              <a:t>Queries and Mutations</a:t>
            </a:r>
            <a:endParaRPr kumimoji="1" lang="zh-CN" altLang="en-US" dirty="0"/>
          </a:p>
        </p:txBody>
      </p:sp>
      <p:sp>
        <p:nvSpPr>
          <p:cNvPr id="3" name="内容占位符 2">
            <a:extLst>
              <a:ext uri="{FF2B5EF4-FFF2-40B4-BE49-F238E27FC236}">
                <a16:creationId xmlns:a16="http://schemas.microsoft.com/office/drawing/2014/main" id="{E0C58907-5F7C-5EBA-4FDD-C7E68EC94860}"/>
              </a:ext>
            </a:extLst>
          </p:cNvPr>
          <p:cNvSpPr>
            <a:spLocks noGrp="1"/>
          </p:cNvSpPr>
          <p:nvPr>
            <p:ph idx="1"/>
          </p:nvPr>
        </p:nvSpPr>
        <p:spPr/>
        <p:txBody>
          <a:bodyPr/>
          <a:lstStyle/>
          <a:p>
            <a:r>
              <a:rPr kumimoji="1" lang="en" altLang="zh-CN" dirty="0"/>
              <a:t>Fields</a:t>
            </a:r>
          </a:p>
          <a:p>
            <a:pPr lvl="1"/>
            <a:r>
              <a:rPr kumimoji="1" lang="en" altLang="zh-CN" dirty="0"/>
              <a:t>At its simplest, </a:t>
            </a:r>
            <a:r>
              <a:rPr kumimoji="1" lang="en" altLang="zh-CN" dirty="0" err="1"/>
              <a:t>GraphQL</a:t>
            </a:r>
            <a:r>
              <a:rPr kumimoji="1" lang="en" altLang="zh-CN" dirty="0"/>
              <a:t> is about asking for specific fields on objects.</a:t>
            </a:r>
          </a:p>
          <a:p>
            <a:pPr lvl="1"/>
            <a:endParaRPr kumimoji="1" lang="en" altLang="zh-CN" dirty="0"/>
          </a:p>
          <a:p>
            <a:pPr lvl="1"/>
            <a:endParaRPr kumimoji="1" lang="en" altLang="zh-CN" dirty="0"/>
          </a:p>
          <a:p>
            <a:pPr lvl="1"/>
            <a:endParaRPr kumimoji="1" lang="en" altLang="zh-CN" dirty="0"/>
          </a:p>
          <a:p>
            <a:pPr lvl="1"/>
            <a:endParaRPr kumimoji="1" lang="en" altLang="zh-CN" dirty="0"/>
          </a:p>
          <a:p>
            <a:pPr lvl="1"/>
            <a:endParaRPr kumimoji="1" lang="en" altLang="zh-CN" dirty="0"/>
          </a:p>
        </p:txBody>
      </p:sp>
      <p:sp>
        <p:nvSpPr>
          <p:cNvPr id="4" name="灯片编号占位符 3">
            <a:extLst>
              <a:ext uri="{FF2B5EF4-FFF2-40B4-BE49-F238E27FC236}">
                <a16:creationId xmlns:a16="http://schemas.microsoft.com/office/drawing/2014/main" id="{A68B51F2-D0A7-5640-BC77-68A3E56AB2A8}"/>
              </a:ext>
            </a:extLst>
          </p:cNvPr>
          <p:cNvSpPr>
            <a:spLocks noGrp="1"/>
          </p:cNvSpPr>
          <p:nvPr>
            <p:ph type="sldNum" sz="quarter" idx="12"/>
          </p:nvPr>
        </p:nvSpPr>
        <p:spPr/>
        <p:txBody>
          <a:bodyPr/>
          <a:lstStyle/>
          <a:p>
            <a:fld id="{CB818ED7-1FAF-4BEC-A906-EB6564C334EB}" type="slidenum">
              <a:rPr lang="zh-CN" altLang="en-US" smtClean="0"/>
              <a:pPr/>
              <a:t>6</a:t>
            </a:fld>
            <a:endParaRPr lang="zh-CN" altLang="en-US" dirty="0"/>
          </a:p>
        </p:txBody>
      </p:sp>
      <p:pic>
        <p:nvPicPr>
          <p:cNvPr id="13" name="图片 12">
            <a:extLst>
              <a:ext uri="{FF2B5EF4-FFF2-40B4-BE49-F238E27FC236}">
                <a16:creationId xmlns:a16="http://schemas.microsoft.com/office/drawing/2014/main" id="{D9F5F28B-BE8A-FA19-8704-8D835CAF1C24}"/>
              </a:ext>
            </a:extLst>
          </p:cNvPr>
          <p:cNvPicPr>
            <a:picLocks noChangeAspect="1"/>
          </p:cNvPicPr>
          <p:nvPr/>
        </p:nvPicPr>
        <p:blipFill>
          <a:blip r:embed="rId2"/>
          <a:stretch>
            <a:fillRect/>
          </a:stretch>
        </p:blipFill>
        <p:spPr>
          <a:xfrm>
            <a:off x="481680" y="1851670"/>
            <a:ext cx="8415586" cy="1641501"/>
          </a:xfrm>
          <a:prstGeom prst="rect">
            <a:avLst/>
          </a:prstGeom>
        </p:spPr>
      </p:pic>
    </p:spTree>
    <p:extLst>
      <p:ext uri="{BB962C8B-B14F-4D97-AF65-F5344CB8AC3E}">
        <p14:creationId xmlns:p14="http://schemas.microsoft.com/office/powerpoint/2010/main" val="14129192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7C3833-B25A-3DE0-5D01-1598FC3605A6}"/>
              </a:ext>
            </a:extLst>
          </p:cNvPr>
          <p:cNvSpPr>
            <a:spLocks noGrp="1"/>
          </p:cNvSpPr>
          <p:nvPr>
            <p:ph type="title"/>
          </p:nvPr>
        </p:nvSpPr>
        <p:spPr/>
        <p:txBody>
          <a:bodyPr/>
          <a:lstStyle/>
          <a:p>
            <a:r>
              <a:rPr kumimoji="1" lang="en" altLang="zh-CN" dirty="0"/>
              <a:t>Queries and Mutations</a:t>
            </a:r>
            <a:endParaRPr kumimoji="1" lang="zh-CN" altLang="en-US" dirty="0"/>
          </a:p>
        </p:txBody>
      </p:sp>
      <p:sp>
        <p:nvSpPr>
          <p:cNvPr id="3" name="内容占位符 2">
            <a:extLst>
              <a:ext uri="{FF2B5EF4-FFF2-40B4-BE49-F238E27FC236}">
                <a16:creationId xmlns:a16="http://schemas.microsoft.com/office/drawing/2014/main" id="{E0C58907-5F7C-5EBA-4FDD-C7E68EC94860}"/>
              </a:ext>
            </a:extLst>
          </p:cNvPr>
          <p:cNvSpPr>
            <a:spLocks noGrp="1"/>
          </p:cNvSpPr>
          <p:nvPr>
            <p:ph idx="1"/>
          </p:nvPr>
        </p:nvSpPr>
        <p:spPr/>
        <p:txBody>
          <a:bodyPr/>
          <a:lstStyle/>
          <a:p>
            <a:r>
              <a:rPr kumimoji="1" lang="en" altLang="zh-CN" dirty="0"/>
              <a:t>Fields</a:t>
            </a:r>
          </a:p>
          <a:p>
            <a:pPr lvl="1"/>
            <a:r>
              <a:rPr kumimoji="1" lang="en" altLang="zh-CN" dirty="0" err="1"/>
              <a:t>GraphQL</a:t>
            </a:r>
            <a:r>
              <a:rPr kumimoji="1" lang="en" altLang="zh-CN" dirty="0"/>
              <a:t> queries can traverse related objects and their fields, letting clients fetch lots of related data in one request, instead of making several roundtrips as one would need in a classic REST architecture.</a:t>
            </a:r>
            <a:endParaRPr kumimoji="1" lang="zh-CN" altLang="en-US" dirty="0"/>
          </a:p>
        </p:txBody>
      </p:sp>
      <p:sp>
        <p:nvSpPr>
          <p:cNvPr id="4" name="灯片编号占位符 3">
            <a:extLst>
              <a:ext uri="{FF2B5EF4-FFF2-40B4-BE49-F238E27FC236}">
                <a16:creationId xmlns:a16="http://schemas.microsoft.com/office/drawing/2014/main" id="{A68B51F2-D0A7-5640-BC77-68A3E56AB2A8}"/>
              </a:ext>
            </a:extLst>
          </p:cNvPr>
          <p:cNvSpPr>
            <a:spLocks noGrp="1"/>
          </p:cNvSpPr>
          <p:nvPr>
            <p:ph type="sldNum" sz="quarter" idx="12"/>
          </p:nvPr>
        </p:nvSpPr>
        <p:spPr/>
        <p:txBody>
          <a:bodyPr/>
          <a:lstStyle/>
          <a:p>
            <a:fld id="{CB818ED7-1FAF-4BEC-A906-EB6564C334EB}" type="slidenum">
              <a:rPr lang="zh-CN" altLang="en-US" smtClean="0"/>
              <a:pPr/>
              <a:t>7</a:t>
            </a:fld>
            <a:endParaRPr lang="zh-CN" altLang="en-US" dirty="0"/>
          </a:p>
        </p:txBody>
      </p:sp>
      <p:pic>
        <p:nvPicPr>
          <p:cNvPr id="16" name="图片 15">
            <a:extLst>
              <a:ext uri="{FF2B5EF4-FFF2-40B4-BE49-F238E27FC236}">
                <a16:creationId xmlns:a16="http://schemas.microsoft.com/office/drawing/2014/main" id="{93ECC3A5-979C-3C51-EAC0-EFF7E82598A6}"/>
              </a:ext>
            </a:extLst>
          </p:cNvPr>
          <p:cNvPicPr>
            <a:picLocks noChangeAspect="1"/>
          </p:cNvPicPr>
          <p:nvPr/>
        </p:nvPicPr>
        <p:blipFill>
          <a:blip r:embed="rId2"/>
          <a:stretch>
            <a:fillRect/>
          </a:stretch>
        </p:blipFill>
        <p:spPr>
          <a:xfrm>
            <a:off x="1836812" y="2023245"/>
            <a:ext cx="5470376" cy="1512442"/>
          </a:xfrm>
          <a:prstGeom prst="rect">
            <a:avLst/>
          </a:prstGeom>
        </p:spPr>
      </p:pic>
      <p:pic>
        <p:nvPicPr>
          <p:cNvPr id="17" name="图片 16">
            <a:extLst>
              <a:ext uri="{FF2B5EF4-FFF2-40B4-BE49-F238E27FC236}">
                <a16:creationId xmlns:a16="http://schemas.microsoft.com/office/drawing/2014/main" id="{4D9C20A1-DE46-AF55-4D68-0C0298A0C536}"/>
              </a:ext>
            </a:extLst>
          </p:cNvPr>
          <p:cNvPicPr>
            <a:picLocks noChangeAspect="1"/>
          </p:cNvPicPr>
          <p:nvPr/>
        </p:nvPicPr>
        <p:blipFill>
          <a:blip r:embed="rId3"/>
          <a:stretch>
            <a:fillRect/>
          </a:stretch>
        </p:blipFill>
        <p:spPr>
          <a:xfrm>
            <a:off x="4547812" y="3535687"/>
            <a:ext cx="2759376" cy="1096191"/>
          </a:xfrm>
          <a:prstGeom prst="rect">
            <a:avLst/>
          </a:prstGeom>
        </p:spPr>
      </p:pic>
      <p:pic>
        <p:nvPicPr>
          <p:cNvPr id="5" name="图片 4">
            <a:extLst>
              <a:ext uri="{FF2B5EF4-FFF2-40B4-BE49-F238E27FC236}">
                <a16:creationId xmlns:a16="http://schemas.microsoft.com/office/drawing/2014/main" id="{4B963092-7167-CC9A-1F35-57E10842C11F}"/>
              </a:ext>
            </a:extLst>
          </p:cNvPr>
          <p:cNvPicPr>
            <a:picLocks noChangeAspect="1"/>
          </p:cNvPicPr>
          <p:nvPr/>
        </p:nvPicPr>
        <p:blipFill>
          <a:blip r:embed="rId4"/>
          <a:stretch>
            <a:fillRect/>
          </a:stretch>
        </p:blipFill>
        <p:spPr>
          <a:xfrm>
            <a:off x="1746378" y="1955770"/>
            <a:ext cx="2825621" cy="1579917"/>
          </a:xfrm>
          <a:prstGeom prst="rect">
            <a:avLst/>
          </a:prstGeom>
        </p:spPr>
      </p:pic>
    </p:spTree>
    <p:extLst>
      <p:ext uri="{BB962C8B-B14F-4D97-AF65-F5344CB8AC3E}">
        <p14:creationId xmlns:p14="http://schemas.microsoft.com/office/powerpoint/2010/main" val="36196018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7C3833-B25A-3DE0-5D01-1598FC3605A6}"/>
              </a:ext>
            </a:extLst>
          </p:cNvPr>
          <p:cNvSpPr>
            <a:spLocks noGrp="1"/>
          </p:cNvSpPr>
          <p:nvPr>
            <p:ph type="title"/>
          </p:nvPr>
        </p:nvSpPr>
        <p:spPr/>
        <p:txBody>
          <a:bodyPr/>
          <a:lstStyle/>
          <a:p>
            <a:r>
              <a:rPr kumimoji="1" lang="en" altLang="zh-CN" dirty="0"/>
              <a:t>Queries and Mutations</a:t>
            </a:r>
            <a:endParaRPr kumimoji="1" lang="zh-CN" altLang="en-US" dirty="0"/>
          </a:p>
        </p:txBody>
      </p:sp>
      <p:sp>
        <p:nvSpPr>
          <p:cNvPr id="3" name="内容占位符 2">
            <a:extLst>
              <a:ext uri="{FF2B5EF4-FFF2-40B4-BE49-F238E27FC236}">
                <a16:creationId xmlns:a16="http://schemas.microsoft.com/office/drawing/2014/main" id="{E0C58907-5F7C-5EBA-4FDD-C7E68EC94860}"/>
              </a:ext>
            </a:extLst>
          </p:cNvPr>
          <p:cNvSpPr>
            <a:spLocks noGrp="1"/>
          </p:cNvSpPr>
          <p:nvPr>
            <p:ph idx="1"/>
          </p:nvPr>
        </p:nvSpPr>
        <p:spPr/>
        <p:txBody>
          <a:bodyPr/>
          <a:lstStyle/>
          <a:p>
            <a:r>
              <a:rPr kumimoji="1" lang="en" altLang="zh-CN" dirty="0"/>
              <a:t>Arguments</a:t>
            </a:r>
          </a:p>
          <a:p>
            <a:pPr lvl="1"/>
            <a:r>
              <a:rPr kumimoji="1" lang="en" altLang="zh-CN" dirty="0"/>
              <a:t>in </a:t>
            </a:r>
            <a:r>
              <a:rPr kumimoji="1" lang="en" altLang="zh-CN" dirty="0" err="1"/>
              <a:t>GraphQL</a:t>
            </a:r>
            <a:r>
              <a:rPr kumimoji="1" lang="en" altLang="zh-CN" dirty="0"/>
              <a:t>, every field and nested object can get its own set of arguments, making </a:t>
            </a:r>
            <a:r>
              <a:rPr kumimoji="1" lang="en" altLang="zh-CN" dirty="0" err="1"/>
              <a:t>GraphQL</a:t>
            </a:r>
            <a:r>
              <a:rPr kumimoji="1" lang="en" altLang="zh-CN" dirty="0"/>
              <a:t> a complete replacement for making multiple API fetches. </a:t>
            </a:r>
          </a:p>
        </p:txBody>
      </p:sp>
      <p:sp>
        <p:nvSpPr>
          <p:cNvPr id="4" name="灯片编号占位符 3">
            <a:extLst>
              <a:ext uri="{FF2B5EF4-FFF2-40B4-BE49-F238E27FC236}">
                <a16:creationId xmlns:a16="http://schemas.microsoft.com/office/drawing/2014/main" id="{A68B51F2-D0A7-5640-BC77-68A3E56AB2A8}"/>
              </a:ext>
            </a:extLst>
          </p:cNvPr>
          <p:cNvSpPr>
            <a:spLocks noGrp="1"/>
          </p:cNvSpPr>
          <p:nvPr>
            <p:ph type="sldNum" sz="quarter" idx="12"/>
          </p:nvPr>
        </p:nvSpPr>
        <p:spPr/>
        <p:txBody>
          <a:bodyPr/>
          <a:lstStyle/>
          <a:p>
            <a:fld id="{CB818ED7-1FAF-4BEC-A906-EB6564C334EB}" type="slidenum">
              <a:rPr lang="zh-CN" altLang="en-US" smtClean="0"/>
              <a:pPr/>
              <a:t>8</a:t>
            </a:fld>
            <a:endParaRPr lang="zh-CN" altLang="en-US" dirty="0"/>
          </a:p>
        </p:txBody>
      </p:sp>
      <p:pic>
        <p:nvPicPr>
          <p:cNvPr id="6" name="图片 5">
            <a:extLst>
              <a:ext uri="{FF2B5EF4-FFF2-40B4-BE49-F238E27FC236}">
                <a16:creationId xmlns:a16="http://schemas.microsoft.com/office/drawing/2014/main" id="{0020C788-D3AB-FBC9-2559-215D0F372D35}"/>
              </a:ext>
            </a:extLst>
          </p:cNvPr>
          <p:cNvPicPr>
            <a:picLocks noChangeAspect="1"/>
          </p:cNvPicPr>
          <p:nvPr/>
        </p:nvPicPr>
        <p:blipFill>
          <a:blip r:embed="rId2"/>
          <a:stretch>
            <a:fillRect/>
          </a:stretch>
        </p:blipFill>
        <p:spPr>
          <a:xfrm>
            <a:off x="1429615" y="1748364"/>
            <a:ext cx="6310840" cy="1328141"/>
          </a:xfrm>
          <a:prstGeom prst="rect">
            <a:avLst/>
          </a:prstGeom>
        </p:spPr>
      </p:pic>
      <p:pic>
        <p:nvPicPr>
          <p:cNvPr id="7" name="图片 6">
            <a:extLst>
              <a:ext uri="{FF2B5EF4-FFF2-40B4-BE49-F238E27FC236}">
                <a16:creationId xmlns:a16="http://schemas.microsoft.com/office/drawing/2014/main" id="{FE771A44-B0AD-D627-0DD9-A7CEE269E90E}"/>
              </a:ext>
            </a:extLst>
          </p:cNvPr>
          <p:cNvPicPr>
            <a:picLocks noChangeAspect="1"/>
          </p:cNvPicPr>
          <p:nvPr/>
        </p:nvPicPr>
        <p:blipFill>
          <a:blip r:embed="rId3"/>
          <a:stretch>
            <a:fillRect/>
          </a:stretch>
        </p:blipFill>
        <p:spPr>
          <a:xfrm>
            <a:off x="1429615" y="3395136"/>
            <a:ext cx="6297805" cy="1318145"/>
          </a:xfrm>
          <a:prstGeom prst="rect">
            <a:avLst/>
          </a:prstGeom>
        </p:spPr>
      </p:pic>
    </p:spTree>
    <p:extLst>
      <p:ext uri="{BB962C8B-B14F-4D97-AF65-F5344CB8AC3E}">
        <p14:creationId xmlns:p14="http://schemas.microsoft.com/office/powerpoint/2010/main" val="1531600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72F097-D8CA-0D5A-5188-F8B1013768B2}"/>
              </a:ext>
            </a:extLst>
          </p:cNvPr>
          <p:cNvSpPr>
            <a:spLocks noGrp="1"/>
          </p:cNvSpPr>
          <p:nvPr>
            <p:ph type="title"/>
          </p:nvPr>
        </p:nvSpPr>
        <p:spPr/>
        <p:txBody>
          <a:bodyPr/>
          <a:lstStyle/>
          <a:p>
            <a:r>
              <a:rPr kumimoji="1" lang="en" altLang="zh-CN" dirty="0"/>
              <a:t>Queries and Mutations</a:t>
            </a:r>
            <a:endParaRPr kumimoji="1" lang="zh-CN" altLang="en-US" dirty="0"/>
          </a:p>
        </p:txBody>
      </p:sp>
      <p:sp>
        <p:nvSpPr>
          <p:cNvPr id="3" name="内容占位符 2">
            <a:extLst>
              <a:ext uri="{FF2B5EF4-FFF2-40B4-BE49-F238E27FC236}">
                <a16:creationId xmlns:a16="http://schemas.microsoft.com/office/drawing/2014/main" id="{4A6F6D0D-F52E-1885-8B49-BE6653D6CD62}"/>
              </a:ext>
            </a:extLst>
          </p:cNvPr>
          <p:cNvSpPr>
            <a:spLocks noGrp="1"/>
          </p:cNvSpPr>
          <p:nvPr>
            <p:ph idx="1"/>
          </p:nvPr>
        </p:nvSpPr>
        <p:spPr/>
        <p:txBody>
          <a:bodyPr/>
          <a:lstStyle/>
          <a:p>
            <a:r>
              <a:rPr kumimoji="1" lang="en" altLang="zh-CN" dirty="0"/>
              <a:t>Aliases</a:t>
            </a:r>
          </a:p>
          <a:p>
            <a:pPr lvl="1"/>
            <a:r>
              <a:rPr kumimoji="1" lang="en" altLang="zh-CN" dirty="0"/>
              <a:t>The two hero fields would have conflicted, but since we can alias them to different names, we can get both results in one request.</a:t>
            </a:r>
            <a:endParaRPr kumimoji="1" lang="zh-CN" altLang="en-US" dirty="0"/>
          </a:p>
        </p:txBody>
      </p:sp>
      <p:sp>
        <p:nvSpPr>
          <p:cNvPr id="4" name="灯片编号占位符 3">
            <a:extLst>
              <a:ext uri="{FF2B5EF4-FFF2-40B4-BE49-F238E27FC236}">
                <a16:creationId xmlns:a16="http://schemas.microsoft.com/office/drawing/2014/main" id="{3C61B7D6-6297-820F-FB2D-9C0679F1C36D}"/>
              </a:ext>
            </a:extLst>
          </p:cNvPr>
          <p:cNvSpPr>
            <a:spLocks noGrp="1"/>
          </p:cNvSpPr>
          <p:nvPr>
            <p:ph type="sldNum" sz="quarter" idx="12"/>
          </p:nvPr>
        </p:nvSpPr>
        <p:spPr/>
        <p:txBody>
          <a:bodyPr/>
          <a:lstStyle/>
          <a:p>
            <a:fld id="{CB818ED7-1FAF-4BEC-A906-EB6564C334EB}" type="slidenum">
              <a:rPr lang="zh-CN" altLang="en-US" smtClean="0"/>
              <a:pPr/>
              <a:t>9</a:t>
            </a:fld>
            <a:endParaRPr lang="zh-CN" altLang="en-US" dirty="0"/>
          </a:p>
        </p:txBody>
      </p:sp>
      <p:pic>
        <p:nvPicPr>
          <p:cNvPr id="5" name="图片 4">
            <a:extLst>
              <a:ext uri="{FF2B5EF4-FFF2-40B4-BE49-F238E27FC236}">
                <a16:creationId xmlns:a16="http://schemas.microsoft.com/office/drawing/2014/main" id="{BA109407-9733-F373-180A-C86BE6CF4098}"/>
              </a:ext>
            </a:extLst>
          </p:cNvPr>
          <p:cNvPicPr>
            <a:picLocks noChangeAspect="1"/>
          </p:cNvPicPr>
          <p:nvPr/>
        </p:nvPicPr>
        <p:blipFill>
          <a:blip r:embed="rId2"/>
          <a:stretch>
            <a:fillRect/>
          </a:stretch>
        </p:blipFill>
        <p:spPr>
          <a:xfrm>
            <a:off x="685800" y="2067694"/>
            <a:ext cx="7772400" cy="2034099"/>
          </a:xfrm>
          <a:prstGeom prst="rect">
            <a:avLst/>
          </a:prstGeom>
        </p:spPr>
      </p:pic>
    </p:spTree>
    <p:extLst>
      <p:ext uri="{BB962C8B-B14F-4D97-AF65-F5344CB8AC3E}">
        <p14:creationId xmlns:p14="http://schemas.microsoft.com/office/powerpoint/2010/main" val="25955731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72F097-D8CA-0D5A-5188-F8B1013768B2}"/>
              </a:ext>
            </a:extLst>
          </p:cNvPr>
          <p:cNvSpPr>
            <a:spLocks noGrp="1"/>
          </p:cNvSpPr>
          <p:nvPr>
            <p:ph type="title"/>
          </p:nvPr>
        </p:nvSpPr>
        <p:spPr/>
        <p:txBody>
          <a:bodyPr/>
          <a:lstStyle/>
          <a:p>
            <a:r>
              <a:rPr kumimoji="1" lang="en" altLang="zh-CN" dirty="0"/>
              <a:t>Queries and Mutations</a:t>
            </a:r>
            <a:endParaRPr kumimoji="1" lang="zh-CN" altLang="en-US" dirty="0"/>
          </a:p>
        </p:txBody>
      </p:sp>
      <p:sp>
        <p:nvSpPr>
          <p:cNvPr id="3" name="内容占位符 2">
            <a:extLst>
              <a:ext uri="{FF2B5EF4-FFF2-40B4-BE49-F238E27FC236}">
                <a16:creationId xmlns:a16="http://schemas.microsoft.com/office/drawing/2014/main" id="{4A6F6D0D-F52E-1885-8B49-BE6653D6CD62}"/>
              </a:ext>
            </a:extLst>
          </p:cNvPr>
          <p:cNvSpPr>
            <a:spLocks noGrp="1"/>
          </p:cNvSpPr>
          <p:nvPr>
            <p:ph idx="1"/>
          </p:nvPr>
        </p:nvSpPr>
        <p:spPr/>
        <p:txBody>
          <a:bodyPr/>
          <a:lstStyle/>
          <a:p>
            <a:r>
              <a:rPr kumimoji="1" lang="en" altLang="zh-CN" dirty="0"/>
              <a:t>Fragments</a:t>
            </a:r>
          </a:p>
          <a:p>
            <a:pPr lvl="1"/>
            <a:r>
              <a:rPr kumimoji="1" lang="en" altLang="zh-CN" dirty="0"/>
              <a:t>Fragments let you construct sets of fields, and then include them in queries where you need to. </a:t>
            </a:r>
            <a:endParaRPr kumimoji="1" lang="zh-CN" altLang="en-US" dirty="0"/>
          </a:p>
        </p:txBody>
      </p:sp>
      <p:sp>
        <p:nvSpPr>
          <p:cNvPr id="4" name="灯片编号占位符 3">
            <a:extLst>
              <a:ext uri="{FF2B5EF4-FFF2-40B4-BE49-F238E27FC236}">
                <a16:creationId xmlns:a16="http://schemas.microsoft.com/office/drawing/2014/main" id="{3C61B7D6-6297-820F-FB2D-9C0679F1C36D}"/>
              </a:ext>
            </a:extLst>
          </p:cNvPr>
          <p:cNvSpPr>
            <a:spLocks noGrp="1"/>
          </p:cNvSpPr>
          <p:nvPr>
            <p:ph type="sldNum" sz="quarter" idx="12"/>
          </p:nvPr>
        </p:nvSpPr>
        <p:spPr/>
        <p:txBody>
          <a:bodyPr/>
          <a:lstStyle/>
          <a:p>
            <a:fld id="{CB818ED7-1FAF-4BEC-A906-EB6564C334EB}" type="slidenum">
              <a:rPr lang="zh-CN" altLang="en-US" smtClean="0"/>
              <a:pPr/>
              <a:t>10</a:t>
            </a:fld>
            <a:endParaRPr lang="zh-CN" altLang="en-US" dirty="0"/>
          </a:p>
        </p:txBody>
      </p:sp>
      <p:pic>
        <p:nvPicPr>
          <p:cNvPr id="6" name="图片 5">
            <a:extLst>
              <a:ext uri="{FF2B5EF4-FFF2-40B4-BE49-F238E27FC236}">
                <a16:creationId xmlns:a16="http://schemas.microsoft.com/office/drawing/2014/main" id="{512C36A7-6BC6-0175-1BA0-C5C5FEBDBEEE}"/>
              </a:ext>
            </a:extLst>
          </p:cNvPr>
          <p:cNvPicPr>
            <a:picLocks noChangeAspect="1"/>
          </p:cNvPicPr>
          <p:nvPr/>
        </p:nvPicPr>
        <p:blipFill>
          <a:blip r:embed="rId2"/>
          <a:stretch>
            <a:fillRect/>
          </a:stretch>
        </p:blipFill>
        <p:spPr>
          <a:xfrm>
            <a:off x="467544" y="1463572"/>
            <a:ext cx="5256584" cy="2371609"/>
          </a:xfrm>
          <a:prstGeom prst="rect">
            <a:avLst/>
          </a:prstGeom>
        </p:spPr>
      </p:pic>
      <p:pic>
        <p:nvPicPr>
          <p:cNvPr id="7" name="图片 6">
            <a:extLst>
              <a:ext uri="{FF2B5EF4-FFF2-40B4-BE49-F238E27FC236}">
                <a16:creationId xmlns:a16="http://schemas.microsoft.com/office/drawing/2014/main" id="{72E7D62D-5578-0F3B-B548-93A53930937A}"/>
              </a:ext>
            </a:extLst>
          </p:cNvPr>
          <p:cNvPicPr>
            <a:picLocks noChangeAspect="1"/>
          </p:cNvPicPr>
          <p:nvPr/>
        </p:nvPicPr>
        <p:blipFill>
          <a:blip r:embed="rId3"/>
          <a:stretch>
            <a:fillRect/>
          </a:stretch>
        </p:blipFill>
        <p:spPr>
          <a:xfrm>
            <a:off x="5652121" y="1470877"/>
            <a:ext cx="2815328" cy="2253001"/>
          </a:xfrm>
          <a:prstGeom prst="rect">
            <a:avLst/>
          </a:prstGeom>
        </p:spPr>
      </p:pic>
      <p:pic>
        <p:nvPicPr>
          <p:cNvPr id="8" name="图片 7">
            <a:extLst>
              <a:ext uri="{FF2B5EF4-FFF2-40B4-BE49-F238E27FC236}">
                <a16:creationId xmlns:a16="http://schemas.microsoft.com/office/drawing/2014/main" id="{81A2675D-CEA8-CA24-9821-B6574171DC18}"/>
              </a:ext>
            </a:extLst>
          </p:cNvPr>
          <p:cNvPicPr>
            <a:picLocks noChangeAspect="1"/>
          </p:cNvPicPr>
          <p:nvPr/>
        </p:nvPicPr>
        <p:blipFill>
          <a:blip r:embed="rId4"/>
          <a:stretch>
            <a:fillRect/>
          </a:stretch>
        </p:blipFill>
        <p:spPr>
          <a:xfrm>
            <a:off x="5652122" y="3803360"/>
            <a:ext cx="2800568" cy="1324822"/>
          </a:xfrm>
          <a:prstGeom prst="rect">
            <a:avLst/>
          </a:prstGeom>
        </p:spPr>
      </p:pic>
    </p:spTree>
    <p:extLst>
      <p:ext uri="{BB962C8B-B14F-4D97-AF65-F5344CB8AC3E}">
        <p14:creationId xmlns:p14="http://schemas.microsoft.com/office/powerpoint/2010/main" val="28079979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72F097-D8CA-0D5A-5188-F8B1013768B2}"/>
              </a:ext>
            </a:extLst>
          </p:cNvPr>
          <p:cNvSpPr>
            <a:spLocks noGrp="1"/>
          </p:cNvSpPr>
          <p:nvPr>
            <p:ph type="title"/>
          </p:nvPr>
        </p:nvSpPr>
        <p:spPr/>
        <p:txBody>
          <a:bodyPr/>
          <a:lstStyle/>
          <a:p>
            <a:r>
              <a:rPr kumimoji="1" lang="en" altLang="zh-CN" dirty="0"/>
              <a:t>Queries and Mutations</a:t>
            </a:r>
            <a:endParaRPr kumimoji="1" lang="zh-CN" altLang="en-US" dirty="0"/>
          </a:p>
        </p:txBody>
      </p:sp>
      <p:sp>
        <p:nvSpPr>
          <p:cNvPr id="3" name="内容占位符 2">
            <a:extLst>
              <a:ext uri="{FF2B5EF4-FFF2-40B4-BE49-F238E27FC236}">
                <a16:creationId xmlns:a16="http://schemas.microsoft.com/office/drawing/2014/main" id="{4A6F6D0D-F52E-1885-8B49-BE6653D6CD62}"/>
              </a:ext>
            </a:extLst>
          </p:cNvPr>
          <p:cNvSpPr>
            <a:spLocks noGrp="1"/>
          </p:cNvSpPr>
          <p:nvPr>
            <p:ph idx="1"/>
          </p:nvPr>
        </p:nvSpPr>
        <p:spPr/>
        <p:txBody>
          <a:bodyPr/>
          <a:lstStyle/>
          <a:p>
            <a:r>
              <a:rPr kumimoji="1" lang="en" altLang="zh-CN" dirty="0"/>
              <a:t>Variables</a:t>
            </a:r>
          </a:p>
          <a:p>
            <a:pPr lvl="1"/>
            <a:r>
              <a:rPr kumimoji="1" lang="en" altLang="zh-CN" dirty="0" err="1"/>
              <a:t>GraphQL</a:t>
            </a:r>
            <a:r>
              <a:rPr kumimoji="1" lang="en" altLang="zh-CN" dirty="0"/>
              <a:t> has a first-class way to factor dynamic values out of the query, and pass them as a separate dictionary. These values are called </a:t>
            </a:r>
            <a:r>
              <a:rPr kumimoji="1" lang="en" altLang="zh-CN" i="1" dirty="0">
                <a:solidFill>
                  <a:srgbClr val="FF0000"/>
                </a:solidFill>
              </a:rPr>
              <a:t>variables</a:t>
            </a:r>
            <a:r>
              <a:rPr kumimoji="1" lang="en" altLang="zh-CN" dirty="0"/>
              <a:t>.</a:t>
            </a:r>
            <a:endParaRPr kumimoji="1" lang="zh-CN" altLang="en-US" dirty="0"/>
          </a:p>
        </p:txBody>
      </p:sp>
      <p:sp>
        <p:nvSpPr>
          <p:cNvPr id="4" name="灯片编号占位符 3">
            <a:extLst>
              <a:ext uri="{FF2B5EF4-FFF2-40B4-BE49-F238E27FC236}">
                <a16:creationId xmlns:a16="http://schemas.microsoft.com/office/drawing/2014/main" id="{3C61B7D6-6297-820F-FB2D-9C0679F1C36D}"/>
              </a:ext>
            </a:extLst>
          </p:cNvPr>
          <p:cNvSpPr>
            <a:spLocks noGrp="1"/>
          </p:cNvSpPr>
          <p:nvPr>
            <p:ph type="sldNum" sz="quarter" idx="12"/>
          </p:nvPr>
        </p:nvSpPr>
        <p:spPr/>
        <p:txBody>
          <a:bodyPr/>
          <a:lstStyle/>
          <a:p>
            <a:fld id="{CB818ED7-1FAF-4BEC-A906-EB6564C334EB}" type="slidenum">
              <a:rPr lang="zh-CN" altLang="en-US" smtClean="0"/>
              <a:pPr/>
              <a:t>11</a:t>
            </a:fld>
            <a:endParaRPr lang="zh-CN" altLang="en-US" dirty="0"/>
          </a:p>
        </p:txBody>
      </p:sp>
      <p:pic>
        <p:nvPicPr>
          <p:cNvPr id="5" name="图片 4">
            <a:extLst>
              <a:ext uri="{FF2B5EF4-FFF2-40B4-BE49-F238E27FC236}">
                <a16:creationId xmlns:a16="http://schemas.microsoft.com/office/drawing/2014/main" id="{81B2E993-CFC4-B0B0-75EE-BBF94A8350A2}"/>
              </a:ext>
            </a:extLst>
          </p:cNvPr>
          <p:cNvPicPr>
            <a:picLocks noChangeAspect="1"/>
          </p:cNvPicPr>
          <p:nvPr/>
        </p:nvPicPr>
        <p:blipFill>
          <a:blip r:embed="rId2"/>
          <a:stretch>
            <a:fillRect/>
          </a:stretch>
        </p:blipFill>
        <p:spPr>
          <a:xfrm>
            <a:off x="685800" y="1779662"/>
            <a:ext cx="7772400" cy="2693722"/>
          </a:xfrm>
          <a:prstGeom prst="rect">
            <a:avLst/>
          </a:prstGeom>
        </p:spPr>
      </p:pic>
    </p:spTree>
    <p:extLst>
      <p:ext uri="{BB962C8B-B14F-4D97-AF65-F5344CB8AC3E}">
        <p14:creationId xmlns:p14="http://schemas.microsoft.com/office/powerpoint/2010/main" val="15270423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72F097-D8CA-0D5A-5188-F8B1013768B2}"/>
              </a:ext>
            </a:extLst>
          </p:cNvPr>
          <p:cNvSpPr>
            <a:spLocks noGrp="1"/>
          </p:cNvSpPr>
          <p:nvPr>
            <p:ph type="title"/>
          </p:nvPr>
        </p:nvSpPr>
        <p:spPr/>
        <p:txBody>
          <a:bodyPr/>
          <a:lstStyle/>
          <a:p>
            <a:r>
              <a:rPr kumimoji="1" lang="en" altLang="zh-CN" dirty="0"/>
              <a:t>Queries and Mutations</a:t>
            </a:r>
            <a:endParaRPr kumimoji="1" lang="zh-CN" altLang="en-US" dirty="0"/>
          </a:p>
        </p:txBody>
      </p:sp>
      <p:sp>
        <p:nvSpPr>
          <p:cNvPr id="3" name="内容占位符 2">
            <a:extLst>
              <a:ext uri="{FF2B5EF4-FFF2-40B4-BE49-F238E27FC236}">
                <a16:creationId xmlns:a16="http://schemas.microsoft.com/office/drawing/2014/main" id="{4A6F6D0D-F52E-1885-8B49-BE6653D6CD62}"/>
              </a:ext>
            </a:extLst>
          </p:cNvPr>
          <p:cNvSpPr>
            <a:spLocks noGrp="1"/>
          </p:cNvSpPr>
          <p:nvPr>
            <p:ph idx="1"/>
          </p:nvPr>
        </p:nvSpPr>
        <p:spPr/>
        <p:txBody>
          <a:bodyPr/>
          <a:lstStyle/>
          <a:p>
            <a:r>
              <a:rPr kumimoji="1" lang="en" altLang="zh-CN" dirty="0"/>
              <a:t>Mutations</a:t>
            </a:r>
          </a:p>
          <a:p>
            <a:pPr lvl="1"/>
            <a:r>
              <a:rPr kumimoji="1" lang="en" altLang="zh-CN" dirty="0" err="1"/>
              <a:t>GraphQL</a:t>
            </a:r>
            <a:r>
              <a:rPr kumimoji="1" lang="en" altLang="zh-CN" dirty="0"/>
              <a:t> is similar - technically any query could be implemented to cause a data write.</a:t>
            </a:r>
          </a:p>
          <a:p>
            <a:pPr lvl="1"/>
            <a:r>
              <a:rPr kumimoji="1" lang="en" altLang="zh-CN" dirty="0"/>
              <a:t>Note how </a:t>
            </a:r>
            <a:r>
              <a:rPr kumimoji="1" lang="en" altLang="zh-CN" dirty="0" err="1">
                <a:solidFill>
                  <a:srgbClr val="FF0000"/>
                </a:solidFill>
              </a:rPr>
              <a:t>createReview</a:t>
            </a:r>
            <a:r>
              <a:rPr kumimoji="1" lang="en" altLang="zh-CN" dirty="0"/>
              <a:t> field returns the stars and commentary fields of the newly created review. </a:t>
            </a:r>
          </a:p>
        </p:txBody>
      </p:sp>
      <p:sp>
        <p:nvSpPr>
          <p:cNvPr id="4" name="灯片编号占位符 3">
            <a:extLst>
              <a:ext uri="{FF2B5EF4-FFF2-40B4-BE49-F238E27FC236}">
                <a16:creationId xmlns:a16="http://schemas.microsoft.com/office/drawing/2014/main" id="{3C61B7D6-6297-820F-FB2D-9C0679F1C36D}"/>
              </a:ext>
            </a:extLst>
          </p:cNvPr>
          <p:cNvSpPr>
            <a:spLocks noGrp="1"/>
          </p:cNvSpPr>
          <p:nvPr>
            <p:ph type="sldNum" sz="quarter" idx="12"/>
          </p:nvPr>
        </p:nvSpPr>
        <p:spPr/>
        <p:txBody>
          <a:bodyPr/>
          <a:lstStyle/>
          <a:p>
            <a:fld id="{CB818ED7-1FAF-4BEC-A906-EB6564C334EB}" type="slidenum">
              <a:rPr lang="zh-CN" altLang="en-US" smtClean="0"/>
              <a:pPr/>
              <a:t>12</a:t>
            </a:fld>
            <a:endParaRPr lang="zh-CN" altLang="en-US" dirty="0"/>
          </a:p>
        </p:txBody>
      </p:sp>
      <p:pic>
        <p:nvPicPr>
          <p:cNvPr id="8" name="图片 7">
            <a:extLst>
              <a:ext uri="{FF2B5EF4-FFF2-40B4-BE49-F238E27FC236}">
                <a16:creationId xmlns:a16="http://schemas.microsoft.com/office/drawing/2014/main" id="{9B3327C6-45B3-158E-D07E-A25E3FDF4543}"/>
              </a:ext>
            </a:extLst>
          </p:cNvPr>
          <p:cNvPicPr>
            <a:picLocks noChangeAspect="1"/>
          </p:cNvPicPr>
          <p:nvPr/>
        </p:nvPicPr>
        <p:blipFill>
          <a:blip r:embed="rId2"/>
          <a:stretch>
            <a:fillRect/>
          </a:stretch>
        </p:blipFill>
        <p:spPr>
          <a:xfrm>
            <a:off x="1332756" y="1923678"/>
            <a:ext cx="6478488" cy="2508046"/>
          </a:xfrm>
          <a:prstGeom prst="rect">
            <a:avLst/>
          </a:prstGeom>
        </p:spPr>
      </p:pic>
    </p:spTree>
    <p:extLst>
      <p:ext uri="{BB962C8B-B14F-4D97-AF65-F5344CB8AC3E}">
        <p14:creationId xmlns:p14="http://schemas.microsoft.com/office/powerpoint/2010/main" val="22599546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72F097-D8CA-0D5A-5188-F8B1013768B2}"/>
              </a:ext>
            </a:extLst>
          </p:cNvPr>
          <p:cNvSpPr>
            <a:spLocks noGrp="1"/>
          </p:cNvSpPr>
          <p:nvPr>
            <p:ph type="title"/>
          </p:nvPr>
        </p:nvSpPr>
        <p:spPr/>
        <p:txBody>
          <a:bodyPr/>
          <a:lstStyle/>
          <a:p>
            <a:r>
              <a:rPr kumimoji="1" lang="en" altLang="zh-CN" dirty="0"/>
              <a:t>Queries and Mutations</a:t>
            </a:r>
            <a:endParaRPr kumimoji="1" lang="zh-CN" altLang="en-US" dirty="0"/>
          </a:p>
        </p:txBody>
      </p:sp>
      <p:sp>
        <p:nvSpPr>
          <p:cNvPr id="3" name="内容占位符 2">
            <a:extLst>
              <a:ext uri="{FF2B5EF4-FFF2-40B4-BE49-F238E27FC236}">
                <a16:creationId xmlns:a16="http://schemas.microsoft.com/office/drawing/2014/main" id="{4A6F6D0D-F52E-1885-8B49-BE6653D6CD62}"/>
              </a:ext>
            </a:extLst>
          </p:cNvPr>
          <p:cNvSpPr>
            <a:spLocks noGrp="1"/>
          </p:cNvSpPr>
          <p:nvPr>
            <p:ph idx="1"/>
          </p:nvPr>
        </p:nvSpPr>
        <p:spPr/>
        <p:txBody>
          <a:bodyPr/>
          <a:lstStyle/>
          <a:p>
            <a:r>
              <a:rPr kumimoji="1" lang="en" altLang="zh-CN" dirty="0"/>
              <a:t>Inline Fragments</a:t>
            </a:r>
          </a:p>
          <a:p>
            <a:pPr lvl="1"/>
            <a:r>
              <a:rPr kumimoji="1" lang="en" altLang="zh-CN" dirty="0"/>
              <a:t>If you are querying a field that returns an interface or a union type, you will need to use inline fragments to access data on the underlying concrete type. </a:t>
            </a:r>
          </a:p>
        </p:txBody>
      </p:sp>
      <p:sp>
        <p:nvSpPr>
          <p:cNvPr id="4" name="灯片编号占位符 3">
            <a:extLst>
              <a:ext uri="{FF2B5EF4-FFF2-40B4-BE49-F238E27FC236}">
                <a16:creationId xmlns:a16="http://schemas.microsoft.com/office/drawing/2014/main" id="{3C61B7D6-6297-820F-FB2D-9C0679F1C36D}"/>
              </a:ext>
            </a:extLst>
          </p:cNvPr>
          <p:cNvSpPr>
            <a:spLocks noGrp="1"/>
          </p:cNvSpPr>
          <p:nvPr>
            <p:ph type="sldNum" sz="quarter" idx="12"/>
          </p:nvPr>
        </p:nvSpPr>
        <p:spPr/>
        <p:txBody>
          <a:bodyPr/>
          <a:lstStyle/>
          <a:p>
            <a:fld id="{CB818ED7-1FAF-4BEC-A906-EB6564C334EB}" type="slidenum">
              <a:rPr lang="zh-CN" altLang="en-US" smtClean="0"/>
              <a:pPr/>
              <a:t>13</a:t>
            </a:fld>
            <a:endParaRPr lang="zh-CN" altLang="en-US" dirty="0"/>
          </a:p>
        </p:txBody>
      </p:sp>
      <p:pic>
        <p:nvPicPr>
          <p:cNvPr id="5" name="图片 4">
            <a:extLst>
              <a:ext uri="{FF2B5EF4-FFF2-40B4-BE49-F238E27FC236}">
                <a16:creationId xmlns:a16="http://schemas.microsoft.com/office/drawing/2014/main" id="{102EC62E-FE55-8DC1-62D8-C57DF21C2CA4}"/>
              </a:ext>
            </a:extLst>
          </p:cNvPr>
          <p:cNvPicPr>
            <a:picLocks noChangeAspect="1"/>
          </p:cNvPicPr>
          <p:nvPr/>
        </p:nvPicPr>
        <p:blipFill>
          <a:blip r:embed="rId2"/>
          <a:stretch>
            <a:fillRect/>
          </a:stretch>
        </p:blipFill>
        <p:spPr>
          <a:xfrm>
            <a:off x="1116732" y="1851670"/>
            <a:ext cx="6910536" cy="2879390"/>
          </a:xfrm>
          <a:prstGeom prst="rect">
            <a:avLst/>
          </a:prstGeom>
        </p:spPr>
      </p:pic>
    </p:spTree>
    <p:extLst>
      <p:ext uri="{BB962C8B-B14F-4D97-AF65-F5344CB8AC3E}">
        <p14:creationId xmlns:p14="http://schemas.microsoft.com/office/powerpoint/2010/main" val="19160146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AE911D-38A2-E743-63FB-05A5322A6051}"/>
              </a:ext>
            </a:extLst>
          </p:cNvPr>
          <p:cNvSpPr>
            <a:spLocks noGrp="1"/>
          </p:cNvSpPr>
          <p:nvPr>
            <p:ph type="title"/>
          </p:nvPr>
        </p:nvSpPr>
        <p:spPr/>
        <p:txBody>
          <a:bodyPr/>
          <a:lstStyle/>
          <a:p>
            <a:r>
              <a:rPr kumimoji="1" lang="en" altLang="zh-CN" dirty="0"/>
              <a:t>Getting started with Spring for </a:t>
            </a:r>
            <a:r>
              <a:rPr kumimoji="1" lang="en" altLang="zh-CN" dirty="0" err="1"/>
              <a:t>GraphQL</a:t>
            </a:r>
            <a:endParaRPr kumimoji="1" lang="zh-CN" altLang="en-US" dirty="0"/>
          </a:p>
        </p:txBody>
      </p:sp>
      <p:sp>
        <p:nvSpPr>
          <p:cNvPr id="3" name="内容占位符 2">
            <a:extLst>
              <a:ext uri="{FF2B5EF4-FFF2-40B4-BE49-F238E27FC236}">
                <a16:creationId xmlns:a16="http://schemas.microsoft.com/office/drawing/2014/main" id="{8D260853-FFFF-AC78-B7B1-602D6831E18F}"/>
              </a:ext>
            </a:extLst>
          </p:cNvPr>
          <p:cNvSpPr>
            <a:spLocks noGrp="1"/>
          </p:cNvSpPr>
          <p:nvPr>
            <p:ph idx="1"/>
          </p:nvPr>
        </p:nvSpPr>
        <p:spPr/>
        <p:txBody>
          <a:bodyPr/>
          <a:lstStyle/>
          <a:p>
            <a:r>
              <a:rPr lang="en" altLang="zh-CN" b="0" i="0" u="none" strike="noStrike" dirty="0">
                <a:effectLst/>
                <a:latin typeface="Open Sans" panose="020B0606030504020204" pitchFamily="34" charset="0"/>
              </a:rPr>
              <a:t> </a:t>
            </a:r>
            <a:r>
              <a:rPr kumimoji="1" lang="en" altLang="zh-CN" dirty="0"/>
              <a:t>Spring for </a:t>
            </a:r>
            <a:r>
              <a:rPr kumimoji="1" lang="en" altLang="zh-CN" dirty="0" err="1"/>
              <a:t>GraphQL</a:t>
            </a:r>
            <a:r>
              <a:rPr kumimoji="1" lang="en" altLang="zh-CN" dirty="0"/>
              <a:t> and Spring Web.</a:t>
            </a:r>
            <a:endParaRPr kumimoji="1" lang="zh-CN" altLang="en-US" dirty="0"/>
          </a:p>
        </p:txBody>
      </p:sp>
      <p:sp>
        <p:nvSpPr>
          <p:cNvPr id="4" name="灯片编号占位符 3">
            <a:extLst>
              <a:ext uri="{FF2B5EF4-FFF2-40B4-BE49-F238E27FC236}">
                <a16:creationId xmlns:a16="http://schemas.microsoft.com/office/drawing/2014/main" id="{79B77F06-AFCD-AE85-96E7-8FBC31BDA69A}"/>
              </a:ext>
            </a:extLst>
          </p:cNvPr>
          <p:cNvSpPr>
            <a:spLocks noGrp="1"/>
          </p:cNvSpPr>
          <p:nvPr>
            <p:ph type="sldNum" sz="quarter" idx="12"/>
          </p:nvPr>
        </p:nvSpPr>
        <p:spPr/>
        <p:txBody>
          <a:bodyPr/>
          <a:lstStyle/>
          <a:p>
            <a:fld id="{CB818ED7-1FAF-4BEC-A906-EB6564C334EB}" type="slidenum">
              <a:rPr lang="zh-CN" altLang="en-US" smtClean="0"/>
              <a:pPr/>
              <a:t>14</a:t>
            </a:fld>
            <a:endParaRPr lang="zh-CN" altLang="en-US" dirty="0"/>
          </a:p>
        </p:txBody>
      </p:sp>
      <p:sp>
        <p:nvSpPr>
          <p:cNvPr id="6" name="文本框 5">
            <a:extLst>
              <a:ext uri="{FF2B5EF4-FFF2-40B4-BE49-F238E27FC236}">
                <a16:creationId xmlns:a16="http://schemas.microsoft.com/office/drawing/2014/main" id="{6DCF10E4-EA18-19C3-7F45-8C9E4F5927DA}"/>
              </a:ext>
            </a:extLst>
          </p:cNvPr>
          <p:cNvSpPr txBox="1"/>
          <p:nvPr/>
        </p:nvSpPr>
        <p:spPr>
          <a:xfrm>
            <a:off x="971600" y="1491630"/>
            <a:ext cx="7200800" cy="2308324"/>
          </a:xfrm>
          <a:prstGeom prst="rect">
            <a:avLst/>
          </a:prstGeom>
          <a:noFill/>
        </p:spPr>
        <p:txBody>
          <a:bodyPr wrap="square">
            <a:spAutoFit/>
          </a:bodyPr>
          <a:lstStyle/>
          <a:p>
            <a:r>
              <a:rPr lang="en" altLang="zh-CN" sz="1800" dirty="0">
                <a:solidFill>
                  <a:srgbClr val="080808"/>
                </a:solidFill>
                <a:effectLst/>
                <a:latin typeface="JetBrains Mono"/>
              </a:rPr>
              <a:t>&lt;</a:t>
            </a:r>
            <a:r>
              <a:rPr lang="en" altLang="zh-CN" sz="1800" dirty="0">
                <a:solidFill>
                  <a:srgbClr val="0033B3"/>
                </a:solidFill>
                <a:effectLst/>
                <a:latin typeface="JetBrains Mono"/>
              </a:rPr>
              <a:t>dependency</a:t>
            </a:r>
            <a:r>
              <a:rPr lang="en" altLang="zh-CN" sz="1800" dirty="0">
                <a:solidFill>
                  <a:srgbClr val="080808"/>
                </a:solidFill>
                <a:effectLst/>
                <a:latin typeface="JetBrains Mono"/>
              </a:rPr>
              <a:t>&gt;</a:t>
            </a:r>
            <a:br>
              <a:rPr lang="en" altLang="zh-CN" sz="1800" dirty="0">
                <a:solidFill>
                  <a:srgbClr val="080808"/>
                </a:solidFill>
                <a:effectLst/>
                <a:latin typeface="JetBrains Mono"/>
              </a:rPr>
            </a:br>
            <a:r>
              <a:rPr lang="en" altLang="zh-CN" sz="1800" dirty="0">
                <a:solidFill>
                  <a:srgbClr val="080808"/>
                </a:solidFill>
                <a:effectLst/>
                <a:latin typeface="JetBrains Mono"/>
              </a:rPr>
              <a:t>    &lt;</a:t>
            </a:r>
            <a:r>
              <a:rPr lang="en" altLang="zh-CN" sz="1800" dirty="0" err="1">
                <a:solidFill>
                  <a:srgbClr val="0033B3"/>
                </a:solidFill>
                <a:effectLst/>
                <a:latin typeface="JetBrains Mono"/>
              </a:rPr>
              <a:t>groupId</a:t>
            </a:r>
            <a:r>
              <a:rPr lang="en" altLang="zh-CN" sz="1800" dirty="0">
                <a:solidFill>
                  <a:srgbClr val="080808"/>
                </a:solidFill>
                <a:effectLst/>
                <a:latin typeface="JetBrains Mono"/>
              </a:rPr>
              <a:t>&gt;</a:t>
            </a:r>
            <a:r>
              <a:rPr lang="en" altLang="zh-CN" sz="1800" dirty="0" err="1">
                <a:solidFill>
                  <a:srgbClr val="080808"/>
                </a:solidFill>
                <a:effectLst/>
                <a:latin typeface="JetBrains Mono"/>
              </a:rPr>
              <a:t>org.springframework.boot</a:t>
            </a:r>
            <a:r>
              <a:rPr lang="en" altLang="zh-CN" sz="1800" dirty="0">
                <a:solidFill>
                  <a:srgbClr val="080808"/>
                </a:solidFill>
                <a:effectLst/>
                <a:latin typeface="JetBrains Mono"/>
              </a:rPr>
              <a:t>&lt;/</a:t>
            </a:r>
            <a:r>
              <a:rPr lang="en" altLang="zh-CN" sz="1800" dirty="0" err="1">
                <a:solidFill>
                  <a:srgbClr val="0033B3"/>
                </a:solidFill>
                <a:effectLst/>
                <a:latin typeface="JetBrains Mono"/>
              </a:rPr>
              <a:t>groupId</a:t>
            </a:r>
            <a:r>
              <a:rPr lang="en" altLang="zh-CN" sz="1800" dirty="0">
                <a:solidFill>
                  <a:srgbClr val="080808"/>
                </a:solidFill>
                <a:effectLst/>
                <a:latin typeface="JetBrains Mono"/>
              </a:rPr>
              <a:t>&gt;</a:t>
            </a:r>
            <a:br>
              <a:rPr lang="en" altLang="zh-CN" sz="1800" dirty="0">
                <a:solidFill>
                  <a:srgbClr val="080808"/>
                </a:solidFill>
                <a:effectLst/>
                <a:latin typeface="JetBrains Mono"/>
              </a:rPr>
            </a:br>
            <a:r>
              <a:rPr lang="en" altLang="zh-CN" sz="1800" dirty="0">
                <a:solidFill>
                  <a:srgbClr val="080808"/>
                </a:solidFill>
                <a:effectLst/>
                <a:latin typeface="JetBrains Mono"/>
              </a:rPr>
              <a:t>    &lt;</a:t>
            </a:r>
            <a:r>
              <a:rPr lang="en" altLang="zh-CN" sz="1800" dirty="0" err="1">
                <a:solidFill>
                  <a:srgbClr val="0033B3"/>
                </a:solidFill>
                <a:effectLst/>
                <a:latin typeface="JetBrains Mono"/>
              </a:rPr>
              <a:t>artifactId</a:t>
            </a:r>
            <a:r>
              <a:rPr lang="en" altLang="zh-CN" sz="1800" dirty="0">
                <a:solidFill>
                  <a:srgbClr val="080808"/>
                </a:solidFill>
                <a:effectLst/>
                <a:latin typeface="JetBrains Mono"/>
              </a:rPr>
              <a:t>&gt;spring-boot-starter-</a:t>
            </a:r>
            <a:r>
              <a:rPr lang="en" altLang="zh-CN" sz="1800" dirty="0" err="1">
                <a:solidFill>
                  <a:srgbClr val="080808"/>
                </a:solidFill>
                <a:effectLst/>
                <a:latin typeface="JetBrains Mono"/>
              </a:rPr>
              <a:t>graphql</a:t>
            </a:r>
            <a:r>
              <a:rPr lang="en" altLang="zh-CN" sz="1800" dirty="0">
                <a:solidFill>
                  <a:srgbClr val="080808"/>
                </a:solidFill>
                <a:effectLst/>
                <a:latin typeface="JetBrains Mono"/>
              </a:rPr>
              <a:t>&lt;/</a:t>
            </a:r>
            <a:r>
              <a:rPr lang="en" altLang="zh-CN" sz="1800" dirty="0" err="1">
                <a:solidFill>
                  <a:srgbClr val="0033B3"/>
                </a:solidFill>
                <a:effectLst/>
                <a:latin typeface="JetBrains Mono"/>
              </a:rPr>
              <a:t>artifactId</a:t>
            </a:r>
            <a:r>
              <a:rPr lang="en" altLang="zh-CN" sz="1800" dirty="0">
                <a:solidFill>
                  <a:srgbClr val="080808"/>
                </a:solidFill>
                <a:effectLst/>
                <a:latin typeface="JetBrains Mono"/>
              </a:rPr>
              <a:t>&gt;</a:t>
            </a:r>
            <a:br>
              <a:rPr lang="en" altLang="zh-CN" sz="1800" dirty="0">
                <a:solidFill>
                  <a:srgbClr val="080808"/>
                </a:solidFill>
                <a:effectLst/>
                <a:latin typeface="JetBrains Mono"/>
              </a:rPr>
            </a:br>
            <a:r>
              <a:rPr lang="en" altLang="zh-CN" sz="1800" dirty="0">
                <a:solidFill>
                  <a:srgbClr val="080808"/>
                </a:solidFill>
                <a:effectLst/>
                <a:latin typeface="JetBrains Mono"/>
              </a:rPr>
              <a:t>&lt;/</a:t>
            </a:r>
            <a:r>
              <a:rPr lang="en" altLang="zh-CN" sz="1800" dirty="0">
                <a:solidFill>
                  <a:srgbClr val="0033B3"/>
                </a:solidFill>
                <a:effectLst/>
                <a:latin typeface="JetBrains Mono"/>
              </a:rPr>
              <a:t>dependency</a:t>
            </a:r>
            <a:r>
              <a:rPr lang="en" altLang="zh-CN" sz="1800" dirty="0">
                <a:solidFill>
                  <a:srgbClr val="080808"/>
                </a:solidFill>
                <a:effectLst/>
                <a:latin typeface="JetBrains Mono"/>
              </a:rPr>
              <a:t>&gt;</a:t>
            </a:r>
            <a:br>
              <a:rPr lang="en" altLang="zh-CN" sz="1800" dirty="0">
                <a:solidFill>
                  <a:srgbClr val="080808"/>
                </a:solidFill>
                <a:effectLst/>
                <a:latin typeface="JetBrains Mono"/>
              </a:rPr>
            </a:br>
            <a:r>
              <a:rPr lang="en" altLang="zh-CN" sz="1800" dirty="0">
                <a:solidFill>
                  <a:srgbClr val="080808"/>
                </a:solidFill>
                <a:effectLst/>
                <a:latin typeface="JetBrains Mono"/>
              </a:rPr>
              <a:t>&lt;</a:t>
            </a:r>
            <a:r>
              <a:rPr lang="en" altLang="zh-CN" sz="1800" dirty="0">
                <a:solidFill>
                  <a:srgbClr val="0033B3"/>
                </a:solidFill>
                <a:effectLst/>
                <a:latin typeface="JetBrains Mono"/>
              </a:rPr>
              <a:t>dependency</a:t>
            </a:r>
            <a:r>
              <a:rPr lang="en" altLang="zh-CN" sz="1800" dirty="0">
                <a:solidFill>
                  <a:srgbClr val="080808"/>
                </a:solidFill>
                <a:effectLst/>
                <a:latin typeface="JetBrains Mono"/>
              </a:rPr>
              <a:t>&gt;</a:t>
            </a:r>
            <a:br>
              <a:rPr lang="en" altLang="zh-CN" sz="1800" dirty="0">
                <a:solidFill>
                  <a:srgbClr val="080808"/>
                </a:solidFill>
                <a:effectLst/>
                <a:latin typeface="JetBrains Mono"/>
              </a:rPr>
            </a:br>
            <a:r>
              <a:rPr lang="en" altLang="zh-CN" sz="1800" dirty="0">
                <a:solidFill>
                  <a:srgbClr val="080808"/>
                </a:solidFill>
                <a:effectLst/>
                <a:latin typeface="JetBrains Mono"/>
              </a:rPr>
              <a:t>    &lt;</a:t>
            </a:r>
            <a:r>
              <a:rPr lang="en" altLang="zh-CN" sz="1800" dirty="0" err="1">
                <a:solidFill>
                  <a:srgbClr val="0033B3"/>
                </a:solidFill>
                <a:effectLst/>
                <a:latin typeface="JetBrains Mono"/>
              </a:rPr>
              <a:t>groupId</a:t>
            </a:r>
            <a:r>
              <a:rPr lang="en" altLang="zh-CN" sz="1800" dirty="0">
                <a:solidFill>
                  <a:srgbClr val="080808"/>
                </a:solidFill>
                <a:effectLst/>
                <a:latin typeface="JetBrains Mono"/>
              </a:rPr>
              <a:t>&gt;</a:t>
            </a:r>
            <a:r>
              <a:rPr lang="en" altLang="zh-CN" sz="1800" dirty="0" err="1">
                <a:solidFill>
                  <a:srgbClr val="080808"/>
                </a:solidFill>
                <a:effectLst/>
                <a:latin typeface="JetBrains Mono"/>
              </a:rPr>
              <a:t>org.springframework.boot</a:t>
            </a:r>
            <a:r>
              <a:rPr lang="en" altLang="zh-CN" sz="1800" dirty="0">
                <a:solidFill>
                  <a:srgbClr val="080808"/>
                </a:solidFill>
                <a:effectLst/>
                <a:latin typeface="JetBrains Mono"/>
              </a:rPr>
              <a:t>&lt;/</a:t>
            </a:r>
            <a:r>
              <a:rPr lang="en" altLang="zh-CN" sz="1800" dirty="0" err="1">
                <a:solidFill>
                  <a:srgbClr val="0033B3"/>
                </a:solidFill>
                <a:effectLst/>
                <a:latin typeface="JetBrains Mono"/>
              </a:rPr>
              <a:t>groupId</a:t>
            </a:r>
            <a:r>
              <a:rPr lang="en" altLang="zh-CN" sz="1800" dirty="0">
                <a:solidFill>
                  <a:srgbClr val="080808"/>
                </a:solidFill>
                <a:effectLst/>
                <a:latin typeface="JetBrains Mono"/>
              </a:rPr>
              <a:t>&gt;</a:t>
            </a:r>
            <a:br>
              <a:rPr lang="en" altLang="zh-CN" sz="1800" dirty="0">
                <a:solidFill>
                  <a:srgbClr val="080808"/>
                </a:solidFill>
                <a:effectLst/>
                <a:latin typeface="JetBrains Mono"/>
              </a:rPr>
            </a:br>
            <a:r>
              <a:rPr lang="en" altLang="zh-CN" sz="1800" dirty="0">
                <a:solidFill>
                  <a:srgbClr val="080808"/>
                </a:solidFill>
                <a:effectLst/>
                <a:latin typeface="JetBrains Mono"/>
              </a:rPr>
              <a:t>    &lt;</a:t>
            </a:r>
            <a:r>
              <a:rPr lang="en" altLang="zh-CN" sz="1800" dirty="0" err="1">
                <a:solidFill>
                  <a:srgbClr val="0033B3"/>
                </a:solidFill>
                <a:effectLst/>
                <a:latin typeface="JetBrains Mono"/>
              </a:rPr>
              <a:t>artifactId</a:t>
            </a:r>
            <a:r>
              <a:rPr lang="en" altLang="zh-CN" sz="1800" dirty="0">
                <a:solidFill>
                  <a:srgbClr val="080808"/>
                </a:solidFill>
                <a:effectLst/>
                <a:latin typeface="JetBrains Mono"/>
              </a:rPr>
              <a:t>&gt;spring-boot-starter-web&lt;/</a:t>
            </a:r>
            <a:r>
              <a:rPr lang="en" altLang="zh-CN" sz="1800" dirty="0" err="1">
                <a:solidFill>
                  <a:srgbClr val="0033B3"/>
                </a:solidFill>
                <a:effectLst/>
                <a:latin typeface="JetBrains Mono"/>
              </a:rPr>
              <a:t>artifactId</a:t>
            </a:r>
            <a:r>
              <a:rPr lang="en" altLang="zh-CN" sz="1800" dirty="0">
                <a:solidFill>
                  <a:srgbClr val="080808"/>
                </a:solidFill>
                <a:effectLst/>
                <a:latin typeface="JetBrains Mono"/>
              </a:rPr>
              <a:t>&gt;</a:t>
            </a:r>
            <a:br>
              <a:rPr lang="en" altLang="zh-CN" sz="1800" dirty="0">
                <a:solidFill>
                  <a:srgbClr val="080808"/>
                </a:solidFill>
                <a:effectLst/>
                <a:latin typeface="JetBrains Mono"/>
              </a:rPr>
            </a:br>
            <a:r>
              <a:rPr lang="en" altLang="zh-CN" sz="1800" dirty="0">
                <a:solidFill>
                  <a:srgbClr val="080808"/>
                </a:solidFill>
                <a:effectLst/>
                <a:latin typeface="JetBrains Mono"/>
              </a:rPr>
              <a:t>&lt;/</a:t>
            </a:r>
            <a:r>
              <a:rPr lang="en" altLang="zh-CN" sz="1800" dirty="0">
                <a:solidFill>
                  <a:srgbClr val="0033B3"/>
                </a:solidFill>
                <a:effectLst/>
                <a:latin typeface="JetBrains Mono"/>
              </a:rPr>
              <a:t>dependency</a:t>
            </a:r>
            <a:r>
              <a:rPr lang="en" altLang="zh-CN" sz="1800" dirty="0">
                <a:solidFill>
                  <a:srgbClr val="080808"/>
                </a:solidFill>
                <a:effectLst/>
                <a:latin typeface="JetBrains Mono"/>
              </a:rPr>
              <a:t>&gt;</a:t>
            </a:r>
          </a:p>
        </p:txBody>
      </p:sp>
    </p:spTree>
    <p:extLst>
      <p:ext uri="{BB962C8B-B14F-4D97-AF65-F5344CB8AC3E}">
        <p14:creationId xmlns:p14="http://schemas.microsoft.com/office/powerpoint/2010/main" val="42557041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AE911D-38A2-E743-63FB-05A5322A6051}"/>
              </a:ext>
            </a:extLst>
          </p:cNvPr>
          <p:cNvSpPr>
            <a:spLocks noGrp="1"/>
          </p:cNvSpPr>
          <p:nvPr>
            <p:ph type="title"/>
          </p:nvPr>
        </p:nvSpPr>
        <p:spPr/>
        <p:txBody>
          <a:bodyPr/>
          <a:lstStyle/>
          <a:p>
            <a:r>
              <a:rPr kumimoji="1" lang="en" altLang="zh-CN" dirty="0"/>
              <a:t>Getting started with Spring for </a:t>
            </a:r>
            <a:r>
              <a:rPr kumimoji="1" lang="en" altLang="zh-CN" dirty="0" err="1"/>
              <a:t>GraphQL</a:t>
            </a:r>
            <a:endParaRPr kumimoji="1" lang="zh-CN" altLang="en-US" dirty="0"/>
          </a:p>
        </p:txBody>
      </p:sp>
      <p:sp>
        <p:nvSpPr>
          <p:cNvPr id="3" name="内容占位符 2">
            <a:extLst>
              <a:ext uri="{FF2B5EF4-FFF2-40B4-BE49-F238E27FC236}">
                <a16:creationId xmlns:a16="http://schemas.microsoft.com/office/drawing/2014/main" id="{8D260853-FFFF-AC78-B7B1-602D6831E18F}"/>
              </a:ext>
            </a:extLst>
          </p:cNvPr>
          <p:cNvSpPr>
            <a:spLocks noGrp="1"/>
          </p:cNvSpPr>
          <p:nvPr>
            <p:ph idx="1"/>
          </p:nvPr>
        </p:nvSpPr>
        <p:spPr/>
        <p:txBody>
          <a:bodyPr/>
          <a:lstStyle/>
          <a:p>
            <a:r>
              <a:rPr lang="en" altLang="zh-CN" dirty="0" err="1"/>
              <a:t>Query.graphql</a:t>
            </a:r>
            <a:endParaRPr lang="en" altLang="zh-CN" dirty="0"/>
          </a:p>
        </p:txBody>
      </p:sp>
      <p:sp>
        <p:nvSpPr>
          <p:cNvPr id="4" name="灯片编号占位符 3">
            <a:extLst>
              <a:ext uri="{FF2B5EF4-FFF2-40B4-BE49-F238E27FC236}">
                <a16:creationId xmlns:a16="http://schemas.microsoft.com/office/drawing/2014/main" id="{79B77F06-AFCD-AE85-96E7-8FBC31BDA69A}"/>
              </a:ext>
            </a:extLst>
          </p:cNvPr>
          <p:cNvSpPr>
            <a:spLocks noGrp="1"/>
          </p:cNvSpPr>
          <p:nvPr>
            <p:ph type="sldNum" sz="quarter" idx="12"/>
          </p:nvPr>
        </p:nvSpPr>
        <p:spPr/>
        <p:txBody>
          <a:bodyPr/>
          <a:lstStyle/>
          <a:p>
            <a:fld id="{CB818ED7-1FAF-4BEC-A906-EB6564C334EB}" type="slidenum">
              <a:rPr lang="zh-CN" altLang="en-US" smtClean="0"/>
              <a:pPr/>
              <a:t>15</a:t>
            </a:fld>
            <a:endParaRPr lang="zh-CN" altLang="en-US" dirty="0"/>
          </a:p>
        </p:txBody>
      </p:sp>
      <p:sp>
        <p:nvSpPr>
          <p:cNvPr id="7" name="文本框 6">
            <a:extLst>
              <a:ext uri="{FF2B5EF4-FFF2-40B4-BE49-F238E27FC236}">
                <a16:creationId xmlns:a16="http://schemas.microsoft.com/office/drawing/2014/main" id="{401FC2B6-1F18-C53E-B0A0-ADE6164AD4E6}"/>
              </a:ext>
            </a:extLst>
          </p:cNvPr>
          <p:cNvSpPr txBox="1"/>
          <p:nvPr/>
        </p:nvSpPr>
        <p:spPr>
          <a:xfrm>
            <a:off x="3347864" y="1347614"/>
            <a:ext cx="4572000" cy="3139321"/>
          </a:xfrm>
          <a:prstGeom prst="rect">
            <a:avLst/>
          </a:prstGeom>
          <a:noFill/>
        </p:spPr>
        <p:txBody>
          <a:bodyPr wrap="square">
            <a:spAutoFit/>
          </a:bodyPr>
          <a:lstStyle/>
          <a:p>
            <a:r>
              <a:rPr lang="en" altLang="zh-CN" sz="1800" dirty="0">
                <a:solidFill>
                  <a:srgbClr val="0033B3"/>
                </a:solidFill>
                <a:effectLst/>
                <a:latin typeface="JetBrains Mono"/>
              </a:rPr>
              <a:t>query </a:t>
            </a:r>
            <a:r>
              <a:rPr lang="en" altLang="zh-CN" sz="1800" dirty="0" err="1">
                <a:solidFill>
                  <a:srgbClr val="00627A"/>
                </a:solidFill>
                <a:effectLst/>
                <a:latin typeface="JetBrains Mono"/>
              </a:rPr>
              <a:t>bookDetails</a:t>
            </a:r>
            <a:r>
              <a:rPr lang="en" altLang="zh-CN" sz="1800" dirty="0">
                <a:solidFill>
                  <a:srgbClr val="00627A"/>
                </a:solidFill>
                <a:effectLst/>
                <a:latin typeface="JetBrains Mono"/>
              </a:rPr>
              <a:t> </a:t>
            </a:r>
            <a:r>
              <a:rPr lang="en" altLang="zh-CN" sz="1800" dirty="0">
                <a:solidFill>
                  <a:srgbClr val="080808"/>
                </a:solidFill>
                <a:effectLst/>
                <a:latin typeface="JetBrains Mono"/>
              </a:rPr>
              <a:t>{</a:t>
            </a:r>
            <a:br>
              <a:rPr lang="en" altLang="zh-CN" sz="1800" dirty="0">
                <a:solidFill>
                  <a:srgbClr val="080808"/>
                </a:solidFill>
                <a:effectLst/>
                <a:latin typeface="JetBrains Mono"/>
              </a:rPr>
            </a:br>
            <a:r>
              <a:rPr lang="en" altLang="zh-CN" sz="1800" dirty="0">
                <a:solidFill>
                  <a:srgbClr val="080808"/>
                </a:solidFill>
                <a:effectLst/>
                <a:latin typeface="JetBrains Mono"/>
              </a:rPr>
              <a:t>  </a:t>
            </a:r>
            <a:r>
              <a:rPr lang="en" altLang="zh-CN" sz="1800" dirty="0" err="1">
                <a:solidFill>
                  <a:srgbClr val="871094"/>
                </a:solidFill>
                <a:effectLst/>
                <a:latin typeface="JetBrains Mono"/>
              </a:rPr>
              <a:t>bookById</a:t>
            </a:r>
            <a:r>
              <a:rPr lang="en" altLang="zh-CN" sz="1800" dirty="0">
                <a:solidFill>
                  <a:srgbClr val="080808"/>
                </a:solidFill>
                <a:effectLst/>
                <a:latin typeface="JetBrains Mono"/>
              </a:rPr>
              <a:t>(</a:t>
            </a:r>
            <a:r>
              <a:rPr lang="en" altLang="zh-CN" sz="1800" dirty="0">
                <a:solidFill>
                  <a:srgbClr val="000000"/>
                </a:solidFill>
                <a:effectLst/>
                <a:latin typeface="JetBrains Mono"/>
              </a:rPr>
              <a:t>id</a:t>
            </a:r>
            <a:r>
              <a:rPr lang="en" altLang="zh-CN" sz="1800" dirty="0">
                <a:solidFill>
                  <a:srgbClr val="080808"/>
                </a:solidFill>
                <a:effectLst/>
                <a:latin typeface="JetBrains Mono"/>
              </a:rPr>
              <a:t>: </a:t>
            </a:r>
            <a:r>
              <a:rPr lang="en" altLang="zh-CN" sz="1800" dirty="0">
                <a:solidFill>
                  <a:srgbClr val="067D17"/>
                </a:solidFill>
                <a:effectLst/>
                <a:latin typeface="JetBrains Mono"/>
              </a:rPr>
              <a:t>"book-1"</a:t>
            </a:r>
            <a:r>
              <a:rPr lang="en" altLang="zh-CN" sz="1800" dirty="0">
                <a:solidFill>
                  <a:srgbClr val="080808"/>
                </a:solidFill>
                <a:effectLst/>
                <a:latin typeface="JetBrains Mono"/>
              </a:rPr>
              <a:t>) {</a:t>
            </a:r>
            <a:br>
              <a:rPr lang="en" altLang="zh-CN" sz="1800" dirty="0">
                <a:solidFill>
                  <a:srgbClr val="080808"/>
                </a:solidFill>
                <a:effectLst/>
                <a:latin typeface="JetBrains Mono"/>
              </a:rPr>
            </a:br>
            <a:r>
              <a:rPr lang="en" altLang="zh-CN" sz="1800" dirty="0">
                <a:solidFill>
                  <a:srgbClr val="080808"/>
                </a:solidFill>
                <a:effectLst/>
                <a:latin typeface="JetBrains Mono"/>
              </a:rPr>
              <a:t>    </a:t>
            </a:r>
            <a:r>
              <a:rPr lang="en" altLang="zh-CN" sz="1800" dirty="0">
                <a:solidFill>
                  <a:srgbClr val="871094"/>
                </a:solidFill>
                <a:effectLst/>
                <a:latin typeface="JetBrains Mono"/>
              </a:rPr>
              <a:t>id</a:t>
            </a:r>
            <a:br>
              <a:rPr lang="en" altLang="zh-CN" sz="1800" dirty="0">
                <a:solidFill>
                  <a:srgbClr val="871094"/>
                </a:solidFill>
                <a:effectLst/>
                <a:latin typeface="JetBrains Mono"/>
              </a:rPr>
            </a:br>
            <a:r>
              <a:rPr lang="en" altLang="zh-CN" sz="1800" dirty="0">
                <a:solidFill>
                  <a:srgbClr val="871094"/>
                </a:solidFill>
                <a:effectLst/>
                <a:latin typeface="JetBrains Mono"/>
              </a:rPr>
              <a:t>    name</a:t>
            </a:r>
            <a:br>
              <a:rPr lang="en" altLang="zh-CN" sz="1800" dirty="0">
                <a:solidFill>
                  <a:srgbClr val="871094"/>
                </a:solidFill>
                <a:effectLst/>
                <a:latin typeface="JetBrains Mono"/>
              </a:rPr>
            </a:br>
            <a:r>
              <a:rPr lang="en" altLang="zh-CN" sz="1800" dirty="0">
                <a:solidFill>
                  <a:srgbClr val="871094"/>
                </a:solidFill>
                <a:effectLst/>
                <a:latin typeface="JetBrains Mono"/>
              </a:rPr>
              <a:t>    </a:t>
            </a:r>
            <a:r>
              <a:rPr lang="en" altLang="zh-CN" sz="1800" dirty="0" err="1">
                <a:solidFill>
                  <a:srgbClr val="871094"/>
                </a:solidFill>
                <a:effectLst/>
                <a:latin typeface="JetBrains Mono"/>
              </a:rPr>
              <a:t>pageCount</a:t>
            </a:r>
            <a:br>
              <a:rPr lang="en" altLang="zh-CN" sz="1800" dirty="0">
                <a:solidFill>
                  <a:srgbClr val="871094"/>
                </a:solidFill>
                <a:effectLst/>
                <a:latin typeface="JetBrains Mono"/>
              </a:rPr>
            </a:br>
            <a:r>
              <a:rPr lang="en" altLang="zh-CN" sz="1800" dirty="0">
                <a:solidFill>
                  <a:srgbClr val="871094"/>
                </a:solidFill>
                <a:effectLst/>
                <a:latin typeface="JetBrains Mono"/>
              </a:rPr>
              <a:t>    author </a:t>
            </a:r>
            <a:r>
              <a:rPr lang="en" altLang="zh-CN" sz="1800" dirty="0">
                <a:solidFill>
                  <a:srgbClr val="080808"/>
                </a:solidFill>
                <a:effectLst/>
                <a:latin typeface="JetBrains Mono"/>
              </a:rPr>
              <a:t>{</a:t>
            </a:r>
            <a:br>
              <a:rPr lang="en" altLang="zh-CN" sz="1800" dirty="0">
                <a:solidFill>
                  <a:srgbClr val="080808"/>
                </a:solidFill>
                <a:effectLst/>
                <a:latin typeface="JetBrains Mono"/>
              </a:rPr>
            </a:br>
            <a:r>
              <a:rPr lang="en" altLang="zh-CN" sz="1800" dirty="0">
                <a:solidFill>
                  <a:srgbClr val="080808"/>
                </a:solidFill>
                <a:effectLst/>
                <a:latin typeface="JetBrains Mono"/>
              </a:rPr>
              <a:t>      </a:t>
            </a:r>
            <a:r>
              <a:rPr lang="en" altLang="zh-CN" sz="1800" dirty="0" err="1">
                <a:solidFill>
                  <a:srgbClr val="871094"/>
                </a:solidFill>
                <a:effectLst/>
                <a:latin typeface="JetBrains Mono"/>
              </a:rPr>
              <a:t>firstName</a:t>
            </a:r>
            <a:br>
              <a:rPr lang="en" altLang="zh-CN" sz="1800" dirty="0">
                <a:solidFill>
                  <a:srgbClr val="871094"/>
                </a:solidFill>
                <a:effectLst/>
                <a:latin typeface="JetBrains Mono"/>
              </a:rPr>
            </a:br>
            <a:r>
              <a:rPr lang="en" altLang="zh-CN" sz="1800" dirty="0">
                <a:solidFill>
                  <a:srgbClr val="871094"/>
                </a:solidFill>
                <a:effectLst/>
                <a:latin typeface="JetBrains Mono"/>
              </a:rPr>
              <a:t>      </a:t>
            </a:r>
            <a:r>
              <a:rPr lang="en" altLang="zh-CN" sz="1800" dirty="0" err="1">
                <a:solidFill>
                  <a:srgbClr val="871094"/>
                </a:solidFill>
                <a:effectLst/>
                <a:latin typeface="JetBrains Mono"/>
              </a:rPr>
              <a:t>lastName</a:t>
            </a:r>
            <a:br>
              <a:rPr lang="en" altLang="zh-CN" sz="1800" dirty="0">
                <a:solidFill>
                  <a:srgbClr val="871094"/>
                </a:solidFill>
                <a:effectLst/>
                <a:latin typeface="JetBrains Mono"/>
              </a:rPr>
            </a:br>
            <a:r>
              <a:rPr lang="en" altLang="zh-CN" sz="1800" dirty="0">
                <a:solidFill>
                  <a:srgbClr val="871094"/>
                </a:solidFill>
                <a:effectLst/>
                <a:latin typeface="JetBrains Mono"/>
              </a:rPr>
              <a:t>    </a:t>
            </a:r>
            <a:r>
              <a:rPr lang="en" altLang="zh-CN" sz="1800" dirty="0">
                <a:solidFill>
                  <a:srgbClr val="080808"/>
                </a:solidFill>
                <a:effectLst/>
                <a:latin typeface="JetBrains Mono"/>
              </a:rPr>
              <a:t>}</a:t>
            </a:r>
            <a:br>
              <a:rPr lang="en" altLang="zh-CN" sz="1800" dirty="0">
                <a:solidFill>
                  <a:srgbClr val="080808"/>
                </a:solidFill>
                <a:effectLst/>
                <a:latin typeface="JetBrains Mono"/>
              </a:rPr>
            </a:br>
            <a:r>
              <a:rPr lang="en" altLang="zh-CN" sz="1800" dirty="0">
                <a:solidFill>
                  <a:srgbClr val="080808"/>
                </a:solidFill>
                <a:effectLst/>
                <a:latin typeface="JetBrains Mono"/>
              </a:rPr>
              <a:t>  }</a:t>
            </a:r>
            <a:br>
              <a:rPr lang="en" altLang="zh-CN" sz="1800" dirty="0">
                <a:solidFill>
                  <a:srgbClr val="080808"/>
                </a:solidFill>
                <a:effectLst/>
                <a:latin typeface="JetBrains Mono"/>
              </a:rPr>
            </a:br>
            <a:r>
              <a:rPr lang="en" altLang="zh-CN" sz="1800" dirty="0">
                <a:solidFill>
                  <a:srgbClr val="080808"/>
                </a:solidFill>
                <a:effectLst/>
                <a:latin typeface="JetBrains Mono"/>
              </a:rPr>
              <a:t>}</a:t>
            </a:r>
          </a:p>
        </p:txBody>
      </p:sp>
    </p:spTree>
    <p:extLst>
      <p:ext uri="{BB962C8B-B14F-4D97-AF65-F5344CB8AC3E}">
        <p14:creationId xmlns:p14="http://schemas.microsoft.com/office/powerpoint/2010/main" val="18736676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AE911D-38A2-E743-63FB-05A5322A6051}"/>
              </a:ext>
            </a:extLst>
          </p:cNvPr>
          <p:cNvSpPr>
            <a:spLocks noGrp="1"/>
          </p:cNvSpPr>
          <p:nvPr>
            <p:ph type="title"/>
          </p:nvPr>
        </p:nvSpPr>
        <p:spPr/>
        <p:txBody>
          <a:bodyPr/>
          <a:lstStyle/>
          <a:p>
            <a:r>
              <a:rPr kumimoji="1" lang="en" altLang="zh-CN" dirty="0"/>
              <a:t>Getting started with Spring for </a:t>
            </a:r>
            <a:r>
              <a:rPr kumimoji="1" lang="en" altLang="zh-CN" dirty="0" err="1"/>
              <a:t>GraphQL</a:t>
            </a:r>
            <a:endParaRPr kumimoji="1" lang="zh-CN" altLang="en-US" dirty="0"/>
          </a:p>
        </p:txBody>
      </p:sp>
      <p:sp>
        <p:nvSpPr>
          <p:cNvPr id="3" name="内容占位符 2">
            <a:extLst>
              <a:ext uri="{FF2B5EF4-FFF2-40B4-BE49-F238E27FC236}">
                <a16:creationId xmlns:a16="http://schemas.microsoft.com/office/drawing/2014/main" id="{8D260853-FFFF-AC78-B7B1-602D6831E18F}"/>
              </a:ext>
            </a:extLst>
          </p:cNvPr>
          <p:cNvSpPr>
            <a:spLocks noGrp="1"/>
          </p:cNvSpPr>
          <p:nvPr>
            <p:ph idx="1"/>
          </p:nvPr>
        </p:nvSpPr>
        <p:spPr/>
        <p:txBody>
          <a:bodyPr/>
          <a:lstStyle/>
          <a:p>
            <a:r>
              <a:rPr lang="en" altLang="zh-CN" dirty="0"/>
              <a:t>Response in JSON</a:t>
            </a:r>
          </a:p>
        </p:txBody>
      </p:sp>
      <p:sp>
        <p:nvSpPr>
          <p:cNvPr id="4" name="灯片编号占位符 3">
            <a:extLst>
              <a:ext uri="{FF2B5EF4-FFF2-40B4-BE49-F238E27FC236}">
                <a16:creationId xmlns:a16="http://schemas.microsoft.com/office/drawing/2014/main" id="{79B77F06-AFCD-AE85-96E7-8FBC31BDA69A}"/>
              </a:ext>
            </a:extLst>
          </p:cNvPr>
          <p:cNvSpPr>
            <a:spLocks noGrp="1"/>
          </p:cNvSpPr>
          <p:nvPr>
            <p:ph type="sldNum" sz="quarter" idx="12"/>
          </p:nvPr>
        </p:nvSpPr>
        <p:spPr/>
        <p:txBody>
          <a:bodyPr/>
          <a:lstStyle/>
          <a:p>
            <a:fld id="{CB818ED7-1FAF-4BEC-A906-EB6564C334EB}" type="slidenum">
              <a:rPr lang="zh-CN" altLang="en-US" smtClean="0"/>
              <a:pPr/>
              <a:t>16</a:t>
            </a:fld>
            <a:endParaRPr lang="zh-CN" altLang="en-US" dirty="0"/>
          </a:p>
        </p:txBody>
      </p:sp>
      <p:sp>
        <p:nvSpPr>
          <p:cNvPr id="11" name="文本框 10">
            <a:extLst>
              <a:ext uri="{FF2B5EF4-FFF2-40B4-BE49-F238E27FC236}">
                <a16:creationId xmlns:a16="http://schemas.microsoft.com/office/drawing/2014/main" id="{2B255994-A86F-F622-F646-F0FAD8335B78}"/>
              </a:ext>
            </a:extLst>
          </p:cNvPr>
          <p:cNvSpPr txBox="1"/>
          <p:nvPr/>
        </p:nvSpPr>
        <p:spPr>
          <a:xfrm>
            <a:off x="2342578" y="1362672"/>
            <a:ext cx="4572000" cy="2862322"/>
          </a:xfrm>
          <a:prstGeom prst="rect">
            <a:avLst/>
          </a:prstGeom>
          <a:noFill/>
        </p:spPr>
        <p:txBody>
          <a:bodyPr wrap="square">
            <a:spAutoFit/>
          </a:bodyPr>
          <a:lstStyle/>
          <a:p>
            <a:r>
              <a:rPr lang="en" altLang="zh-CN" b="0" i="0" u="none" strike="noStrike" dirty="0">
                <a:effectLst/>
                <a:latin typeface="Monaco" pitchFamily="2" charset="0"/>
              </a:rPr>
              <a:t>{</a:t>
            </a:r>
          </a:p>
          <a:p>
            <a:r>
              <a:rPr lang="en" altLang="zh-CN" b="0" i="0" u="none" strike="noStrike" dirty="0">
                <a:effectLst/>
                <a:latin typeface="Monaco" pitchFamily="2" charset="0"/>
              </a:rPr>
              <a:t>  </a:t>
            </a:r>
            <a:r>
              <a:rPr lang="en" altLang="zh-CN" b="0" i="0" u="none" strike="noStrike" dirty="0">
                <a:solidFill>
                  <a:srgbClr val="6F42C1"/>
                </a:solidFill>
                <a:effectLst/>
                <a:latin typeface="Monaco" pitchFamily="2" charset="0"/>
              </a:rPr>
              <a:t>"</a:t>
            </a:r>
            <a:r>
              <a:rPr lang="en" altLang="zh-CN" b="0" i="0" u="none" strike="noStrike" dirty="0" err="1">
                <a:solidFill>
                  <a:srgbClr val="6F42C1"/>
                </a:solidFill>
                <a:effectLst/>
                <a:latin typeface="Monaco" pitchFamily="2" charset="0"/>
              </a:rPr>
              <a:t>bookById</a:t>
            </a:r>
            <a:r>
              <a:rPr lang="en" altLang="zh-CN" b="0" i="0" u="none" strike="noStrike" dirty="0">
                <a:solidFill>
                  <a:srgbClr val="6F42C1"/>
                </a:solidFill>
                <a:effectLst/>
                <a:latin typeface="Monaco" pitchFamily="2" charset="0"/>
              </a:rPr>
              <a:t> "</a:t>
            </a:r>
          </a:p>
          <a:p>
            <a:r>
              <a:rPr lang="en" altLang="zh-CN" b="0" i="0" u="none" strike="noStrike" dirty="0">
                <a:solidFill>
                  <a:srgbClr val="FFFFFF"/>
                </a:solidFill>
                <a:effectLst/>
                <a:latin typeface="Monaco" pitchFamily="2" charset="0"/>
              </a:rPr>
              <a:t>: { </a:t>
            </a:r>
            <a:r>
              <a:rPr lang="en" altLang="zh-CN" b="0" i="0" u="none" strike="noStrike" dirty="0">
                <a:solidFill>
                  <a:srgbClr val="6F42C1"/>
                </a:solidFill>
                <a:effectLst/>
                <a:latin typeface="Monaco" pitchFamily="2" charset="0"/>
              </a:rPr>
              <a:t>"id"</a:t>
            </a:r>
            <a:r>
              <a:rPr lang="en" altLang="zh-CN" b="0" i="0" u="none" strike="noStrike" dirty="0">
                <a:solidFill>
                  <a:srgbClr val="FFFFFF"/>
                </a:solidFill>
                <a:effectLst/>
                <a:latin typeface="Monaco" pitchFamily="2" charset="0"/>
              </a:rPr>
              <a:t>:</a:t>
            </a:r>
            <a:r>
              <a:rPr lang="en" altLang="zh-CN" b="0" i="0" u="none" strike="noStrike" dirty="0">
                <a:solidFill>
                  <a:srgbClr val="1F98FF"/>
                </a:solidFill>
                <a:effectLst/>
                <a:latin typeface="Monaco" pitchFamily="2" charset="0"/>
              </a:rPr>
              <a:t>"book-1"</a:t>
            </a:r>
            <a:r>
              <a:rPr lang="en" altLang="zh-CN" b="0" i="0" u="none" strike="noStrike" dirty="0">
                <a:effectLst/>
                <a:latin typeface="Monaco" pitchFamily="2" charset="0"/>
              </a:rPr>
              <a:t>,</a:t>
            </a:r>
            <a:r>
              <a:rPr lang="en" altLang="zh-CN" b="0" i="0" u="none" strike="noStrike" dirty="0">
                <a:solidFill>
                  <a:srgbClr val="FFFFFF"/>
                </a:solidFill>
                <a:effectLst/>
                <a:latin typeface="Monaco" pitchFamily="2" charset="0"/>
              </a:rPr>
              <a:t> </a:t>
            </a:r>
          </a:p>
          <a:p>
            <a:r>
              <a:rPr lang="en" altLang="zh-CN" dirty="0">
                <a:solidFill>
                  <a:srgbClr val="FFFFFF"/>
                </a:solidFill>
                <a:latin typeface="Monaco" pitchFamily="2" charset="0"/>
              </a:rPr>
              <a:t>    </a:t>
            </a:r>
            <a:r>
              <a:rPr lang="en" altLang="zh-CN" b="0" i="0" u="none" strike="noStrike" dirty="0">
                <a:solidFill>
                  <a:srgbClr val="6F42C1"/>
                </a:solidFill>
                <a:effectLst/>
                <a:latin typeface="Monaco" pitchFamily="2" charset="0"/>
              </a:rPr>
              <a:t>"</a:t>
            </a:r>
            <a:r>
              <a:rPr lang="en" altLang="zh-CN" b="0" i="0" u="none" strike="noStrike" dirty="0" err="1">
                <a:solidFill>
                  <a:srgbClr val="6F42C1"/>
                </a:solidFill>
                <a:effectLst/>
                <a:latin typeface="Monaco" pitchFamily="2" charset="0"/>
              </a:rPr>
              <a:t>name"</a:t>
            </a:r>
            <a:r>
              <a:rPr lang="en" altLang="zh-CN" b="0" i="0" u="none" strike="noStrike" dirty="0" err="1">
                <a:solidFill>
                  <a:srgbClr val="FFFFFF"/>
                </a:solidFill>
                <a:effectLst/>
                <a:latin typeface="Monaco" pitchFamily="2" charset="0"/>
              </a:rPr>
              <a:t>:</a:t>
            </a:r>
            <a:r>
              <a:rPr lang="en" altLang="zh-CN" b="0" i="0" u="none" strike="noStrike" dirty="0" err="1">
                <a:solidFill>
                  <a:srgbClr val="1F98FF"/>
                </a:solidFill>
                <a:effectLst/>
                <a:latin typeface="Monaco" pitchFamily="2" charset="0"/>
              </a:rPr>
              <a:t>"Effective</a:t>
            </a:r>
            <a:r>
              <a:rPr lang="en" altLang="zh-CN" b="0" i="0" u="none" strike="noStrike" dirty="0">
                <a:solidFill>
                  <a:srgbClr val="1F98FF"/>
                </a:solidFill>
                <a:effectLst/>
                <a:latin typeface="Monaco" pitchFamily="2" charset="0"/>
              </a:rPr>
              <a:t> Java"</a:t>
            </a:r>
            <a:r>
              <a:rPr lang="en" altLang="zh-CN" b="0" i="0" u="none" strike="noStrike" dirty="0">
                <a:effectLst/>
                <a:latin typeface="Monaco" pitchFamily="2" charset="0"/>
              </a:rPr>
              <a:t>, </a:t>
            </a:r>
            <a:r>
              <a:rPr lang="en" altLang="zh-CN" b="0" i="0" u="none" strike="noStrike" dirty="0">
                <a:solidFill>
                  <a:srgbClr val="FFFFFF"/>
                </a:solidFill>
                <a:effectLst/>
                <a:latin typeface="Monaco" pitchFamily="2" charset="0"/>
              </a:rPr>
              <a:t>  </a:t>
            </a:r>
          </a:p>
          <a:p>
            <a:r>
              <a:rPr lang="en" altLang="zh-CN" dirty="0">
                <a:solidFill>
                  <a:srgbClr val="FFFFFF"/>
                </a:solidFill>
                <a:latin typeface="Monaco" pitchFamily="2" charset="0"/>
              </a:rPr>
              <a:t>    </a:t>
            </a:r>
            <a:r>
              <a:rPr lang="en" altLang="zh-CN" b="0" i="0" u="none" strike="noStrike" dirty="0">
                <a:solidFill>
                  <a:srgbClr val="6F42C1"/>
                </a:solidFill>
                <a:effectLst/>
                <a:latin typeface="Monaco" pitchFamily="2" charset="0"/>
              </a:rPr>
              <a:t>"pageCount"</a:t>
            </a:r>
            <a:r>
              <a:rPr lang="en" altLang="zh-CN" b="0" i="0" u="none" strike="noStrike" dirty="0">
                <a:solidFill>
                  <a:srgbClr val="FFFFFF"/>
                </a:solidFill>
                <a:effectLst/>
                <a:latin typeface="Monaco" pitchFamily="2" charset="0"/>
              </a:rPr>
              <a:t>:</a:t>
            </a:r>
            <a:r>
              <a:rPr lang="en" altLang="zh-CN" b="0" i="0" u="none" strike="noStrike" dirty="0">
                <a:solidFill>
                  <a:srgbClr val="005CC5"/>
                </a:solidFill>
                <a:effectLst/>
                <a:latin typeface="Monaco" pitchFamily="2" charset="0"/>
              </a:rPr>
              <a:t>416</a:t>
            </a:r>
            <a:r>
              <a:rPr lang="en" altLang="zh-CN" b="0" i="0" u="none" strike="noStrike" dirty="0">
                <a:effectLst/>
                <a:latin typeface="Monaco" pitchFamily="2" charset="0"/>
              </a:rPr>
              <a:t>,</a:t>
            </a:r>
            <a:r>
              <a:rPr lang="en" altLang="zh-CN" b="0" i="0" u="none" strike="noStrike" dirty="0">
                <a:solidFill>
                  <a:srgbClr val="FFFFFF"/>
                </a:solidFill>
                <a:effectLst/>
                <a:latin typeface="Monaco" pitchFamily="2" charset="0"/>
              </a:rPr>
              <a:t> </a:t>
            </a:r>
          </a:p>
          <a:p>
            <a:r>
              <a:rPr lang="en" altLang="zh-CN" dirty="0">
                <a:solidFill>
                  <a:srgbClr val="FFFFFF"/>
                </a:solidFill>
                <a:latin typeface="Monaco" pitchFamily="2" charset="0"/>
              </a:rPr>
              <a:t>    </a:t>
            </a:r>
            <a:r>
              <a:rPr lang="en" altLang="zh-CN" b="0" i="0" u="none" strike="noStrike" dirty="0">
                <a:solidFill>
                  <a:srgbClr val="6F42C1"/>
                </a:solidFill>
                <a:effectLst/>
                <a:latin typeface="Monaco" pitchFamily="2" charset="0"/>
              </a:rPr>
              <a:t>"author"</a:t>
            </a:r>
            <a:r>
              <a:rPr lang="en" altLang="zh-CN" b="0" i="0" u="none" strike="noStrike" dirty="0">
                <a:effectLst/>
                <a:latin typeface="Monaco" pitchFamily="2" charset="0"/>
              </a:rPr>
              <a:t>: { </a:t>
            </a:r>
          </a:p>
          <a:p>
            <a:r>
              <a:rPr lang="en" altLang="zh-CN" b="0" i="0" u="none" strike="noStrike" dirty="0">
                <a:solidFill>
                  <a:srgbClr val="6F42C1"/>
                </a:solidFill>
                <a:effectLst/>
                <a:latin typeface="Monaco" pitchFamily="2" charset="0"/>
              </a:rPr>
              <a:t>       "</a:t>
            </a:r>
            <a:r>
              <a:rPr lang="en" altLang="zh-CN" b="0" i="0" u="none" strike="noStrike" dirty="0" err="1">
                <a:solidFill>
                  <a:srgbClr val="6F42C1"/>
                </a:solidFill>
                <a:effectLst/>
                <a:latin typeface="Monaco" pitchFamily="2" charset="0"/>
              </a:rPr>
              <a:t>firstName</a:t>
            </a:r>
            <a:r>
              <a:rPr lang="en" altLang="zh-CN" b="0" i="0" u="none" strike="noStrike" dirty="0">
                <a:solidFill>
                  <a:srgbClr val="6F42C1"/>
                </a:solidFill>
                <a:effectLst/>
                <a:latin typeface="Monaco" pitchFamily="2" charset="0"/>
              </a:rPr>
              <a:t>"</a:t>
            </a:r>
            <a:r>
              <a:rPr lang="en" altLang="zh-CN" b="0" i="0" u="none" strike="noStrike" dirty="0">
                <a:solidFill>
                  <a:srgbClr val="FFFFFF"/>
                </a:solidFill>
                <a:effectLst/>
                <a:latin typeface="Monaco" pitchFamily="2" charset="0"/>
              </a:rPr>
              <a:t>:</a:t>
            </a:r>
            <a:r>
              <a:rPr lang="en" altLang="zh-CN" b="0" i="0" u="none" strike="noStrike" dirty="0">
                <a:solidFill>
                  <a:srgbClr val="1F98FF"/>
                </a:solidFill>
                <a:effectLst/>
                <a:latin typeface="Monaco" pitchFamily="2" charset="0"/>
              </a:rPr>
              <a:t>"Joshua"</a:t>
            </a:r>
            <a:r>
              <a:rPr lang="en" altLang="zh-CN" b="0" i="0" u="none" strike="noStrike" dirty="0">
                <a:effectLst/>
                <a:latin typeface="Monaco" pitchFamily="2" charset="0"/>
              </a:rPr>
              <a:t>, </a:t>
            </a:r>
            <a:r>
              <a:rPr lang="en" altLang="zh-CN" b="0" i="0" u="none" strike="noStrike" dirty="0">
                <a:solidFill>
                  <a:srgbClr val="FFFFFF"/>
                </a:solidFill>
                <a:effectLst/>
                <a:latin typeface="Monaco" pitchFamily="2" charset="0"/>
              </a:rPr>
              <a:t>    </a:t>
            </a:r>
          </a:p>
          <a:p>
            <a:r>
              <a:rPr lang="en" altLang="zh-CN" dirty="0">
                <a:solidFill>
                  <a:srgbClr val="FFFFFF"/>
                </a:solidFill>
                <a:latin typeface="Monaco" pitchFamily="2" charset="0"/>
              </a:rPr>
              <a:t>       </a:t>
            </a:r>
            <a:r>
              <a:rPr lang="en" altLang="zh-CN" b="0" i="0" u="none" strike="noStrike" dirty="0">
                <a:solidFill>
                  <a:srgbClr val="6F42C1"/>
                </a:solidFill>
                <a:effectLst/>
                <a:latin typeface="Monaco" pitchFamily="2" charset="0"/>
              </a:rPr>
              <a:t>"</a:t>
            </a:r>
            <a:r>
              <a:rPr lang="en" altLang="zh-CN" b="0" i="0" u="none" strike="noStrike" dirty="0" err="1">
                <a:solidFill>
                  <a:srgbClr val="6F42C1"/>
                </a:solidFill>
                <a:effectLst/>
                <a:latin typeface="Monaco" pitchFamily="2" charset="0"/>
              </a:rPr>
              <a:t>lastName</a:t>
            </a:r>
            <a:r>
              <a:rPr lang="en" altLang="zh-CN" b="0" i="0" u="none" strike="noStrike" dirty="0">
                <a:solidFill>
                  <a:srgbClr val="6F42C1"/>
                </a:solidFill>
                <a:effectLst/>
                <a:latin typeface="Monaco" pitchFamily="2" charset="0"/>
              </a:rPr>
              <a:t>"</a:t>
            </a:r>
            <a:r>
              <a:rPr lang="en" altLang="zh-CN" b="0" i="0" u="none" strike="noStrike" dirty="0">
                <a:solidFill>
                  <a:srgbClr val="FFFFFF"/>
                </a:solidFill>
                <a:effectLst/>
                <a:latin typeface="Monaco" pitchFamily="2" charset="0"/>
              </a:rPr>
              <a:t>:</a:t>
            </a:r>
            <a:r>
              <a:rPr lang="en" altLang="zh-CN" b="0" i="0" u="none" strike="noStrike" dirty="0">
                <a:solidFill>
                  <a:srgbClr val="1F98FF"/>
                </a:solidFill>
                <a:effectLst/>
                <a:latin typeface="Monaco" pitchFamily="2" charset="0"/>
              </a:rPr>
              <a:t>"Bloch"</a:t>
            </a:r>
            <a:r>
              <a:rPr lang="en" altLang="zh-CN" b="0" i="0" u="none" strike="noStrike" dirty="0">
                <a:solidFill>
                  <a:srgbClr val="FFFFFF"/>
                </a:solidFill>
                <a:effectLst/>
                <a:latin typeface="Monaco" pitchFamily="2" charset="0"/>
              </a:rPr>
              <a:t> </a:t>
            </a:r>
          </a:p>
          <a:p>
            <a:r>
              <a:rPr lang="en" altLang="zh-CN" dirty="0">
                <a:solidFill>
                  <a:srgbClr val="FFFFFF"/>
                </a:solidFill>
                <a:latin typeface="Monaco" pitchFamily="2" charset="0"/>
              </a:rPr>
              <a:t>    </a:t>
            </a:r>
            <a:r>
              <a:rPr lang="en" altLang="zh-CN" b="0" i="0" u="none" strike="noStrike" dirty="0">
                <a:effectLst/>
                <a:latin typeface="Monaco" pitchFamily="2" charset="0"/>
              </a:rPr>
              <a:t>} </a:t>
            </a:r>
          </a:p>
          <a:p>
            <a:r>
              <a:rPr lang="en" altLang="zh-CN" b="0" i="0" u="none" strike="noStrike" dirty="0">
                <a:effectLst/>
                <a:latin typeface="Monaco" pitchFamily="2" charset="0"/>
              </a:rPr>
              <a:t>} </a:t>
            </a:r>
            <a:r>
              <a:rPr lang="en" altLang="zh-CN" b="0" i="0" u="none" strike="noStrike" dirty="0">
                <a:solidFill>
                  <a:srgbClr val="FFFFFF"/>
                </a:solidFill>
                <a:effectLst/>
                <a:latin typeface="Monaco" pitchFamily="2" charset="0"/>
              </a:rPr>
              <a:t>}</a:t>
            </a:r>
            <a:endParaRPr lang="zh-CN" altLang="en-US" dirty="0"/>
          </a:p>
        </p:txBody>
      </p:sp>
    </p:spTree>
    <p:extLst>
      <p:ext uri="{BB962C8B-B14F-4D97-AF65-F5344CB8AC3E}">
        <p14:creationId xmlns:p14="http://schemas.microsoft.com/office/powerpoint/2010/main" val="23190538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AE911D-38A2-E743-63FB-05A5322A6051}"/>
              </a:ext>
            </a:extLst>
          </p:cNvPr>
          <p:cNvSpPr>
            <a:spLocks noGrp="1"/>
          </p:cNvSpPr>
          <p:nvPr>
            <p:ph type="title"/>
          </p:nvPr>
        </p:nvSpPr>
        <p:spPr/>
        <p:txBody>
          <a:bodyPr/>
          <a:lstStyle/>
          <a:p>
            <a:r>
              <a:rPr kumimoji="1" lang="en" altLang="zh-CN" dirty="0"/>
              <a:t>Getting started with Spring for </a:t>
            </a:r>
            <a:r>
              <a:rPr kumimoji="1" lang="en" altLang="zh-CN" dirty="0" err="1"/>
              <a:t>GraphQL</a:t>
            </a:r>
            <a:endParaRPr kumimoji="1" lang="zh-CN" altLang="en-US" dirty="0"/>
          </a:p>
        </p:txBody>
      </p:sp>
      <p:sp>
        <p:nvSpPr>
          <p:cNvPr id="3" name="内容占位符 2">
            <a:extLst>
              <a:ext uri="{FF2B5EF4-FFF2-40B4-BE49-F238E27FC236}">
                <a16:creationId xmlns:a16="http://schemas.microsoft.com/office/drawing/2014/main" id="{8D260853-FFFF-AC78-B7B1-602D6831E18F}"/>
              </a:ext>
            </a:extLst>
          </p:cNvPr>
          <p:cNvSpPr>
            <a:spLocks noGrp="1"/>
          </p:cNvSpPr>
          <p:nvPr>
            <p:ph idx="1"/>
          </p:nvPr>
        </p:nvSpPr>
        <p:spPr/>
        <p:txBody>
          <a:bodyPr/>
          <a:lstStyle/>
          <a:p>
            <a:r>
              <a:rPr lang="en-US" altLang="zh-CN" dirty="0" err="1"/>
              <a:t>Schema.graphql</a:t>
            </a:r>
            <a:endParaRPr lang="en" altLang="zh-CN" dirty="0"/>
          </a:p>
        </p:txBody>
      </p:sp>
      <p:sp>
        <p:nvSpPr>
          <p:cNvPr id="4" name="灯片编号占位符 3">
            <a:extLst>
              <a:ext uri="{FF2B5EF4-FFF2-40B4-BE49-F238E27FC236}">
                <a16:creationId xmlns:a16="http://schemas.microsoft.com/office/drawing/2014/main" id="{79B77F06-AFCD-AE85-96E7-8FBC31BDA69A}"/>
              </a:ext>
            </a:extLst>
          </p:cNvPr>
          <p:cNvSpPr>
            <a:spLocks noGrp="1"/>
          </p:cNvSpPr>
          <p:nvPr>
            <p:ph type="sldNum" sz="quarter" idx="12"/>
          </p:nvPr>
        </p:nvSpPr>
        <p:spPr/>
        <p:txBody>
          <a:bodyPr/>
          <a:lstStyle/>
          <a:p>
            <a:fld id="{CB818ED7-1FAF-4BEC-A906-EB6564C334EB}" type="slidenum">
              <a:rPr lang="zh-CN" altLang="en-US" smtClean="0"/>
              <a:pPr/>
              <a:t>17</a:t>
            </a:fld>
            <a:endParaRPr lang="zh-CN" altLang="en-US" dirty="0"/>
          </a:p>
        </p:txBody>
      </p:sp>
      <p:sp>
        <p:nvSpPr>
          <p:cNvPr id="8" name="文本框 7">
            <a:extLst>
              <a:ext uri="{FF2B5EF4-FFF2-40B4-BE49-F238E27FC236}">
                <a16:creationId xmlns:a16="http://schemas.microsoft.com/office/drawing/2014/main" id="{D68BBA76-3BF1-F86D-81E2-99DB0609AECE}"/>
              </a:ext>
            </a:extLst>
          </p:cNvPr>
          <p:cNvSpPr txBox="1"/>
          <p:nvPr/>
        </p:nvSpPr>
        <p:spPr>
          <a:xfrm>
            <a:off x="3131840" y="1246567"/>
            <a:ext cx="4572000" cy="3539430"/>
          </a:xfrm>
          <a:prstGeom prst="rect">
            <a:avLst/>
          </a:prstGeom>
          <a:noFill/>
        </p:spPr>
        <p:txBody>
          <a:bodyPr wrap="square">
            <a:spAutoFit/>
          </a:bodyPr>
          <a:lstStyle/>
          <a:p>
            <a:r>
              <a:rPr lang="en" altLang="zh-CN" sz="1400" b="0" i="0" u="none" strike="noStrike" dirty="0">
                <a:solidFill>
                  <a:srgbClr val="1F98FF"/>
                </a:solidFill>
                <a:effectLst/>
                <a:latin typeface="Monaco" pitchFamily="2" charset="0"/>
              </a:rPr>
              <a:t>type</a:t>
            </a:r>
            <a:r>
              <a:rPr lang="en" altLang="zh-CN" sz="1400" b="0" i="0" u="none" strike="noStrike" dirty="0">
                <a:solidFill>
                  <a:srgbClr val="FFFFFF"/>
                </a:solidFill>
                <a:effectLst/>
                <a:latin typeface="Monaco" pitchFamily="2" charset="0"/>
              </a:rPr>
              <a:t> </a:t>
            </a:r>
            <a:r>
              <a:rPr lang="en" altLang="zh-CN" sz="1400" b="0" i="0" u="none" strike="noStrike" dirty="0">
                <a:solidFill>
                  <a:srgbClr val="1F98FF"/>
                </a:solidFill>
                <a:effectLst/>
                <a:latin typeface="Monaco" pitchFamily="2" charset="0"/>
              </a:rPr>
              <a:t>Query</a:t>
            </a:r>
            <a:r>
              <a:rPr lang="en" altLang="zh-CN" sz="1400" b="0" i="0" u="none" strike="noStrike" dirty="0">
                <a:solidFill>
                  <a:srgbClr val="FFFFFF"/>
                </a:solidFill>
                <a:effectLst/>
                <a:latin typeface="Monaco" pitchFamily="2" charset="0"/>
              </a:rPr>
              <a:t> </a:t>
            </a:r>
            <a:r>
              <a:rPr lang="en" altLang="zh-CN" sz="1400" b="0" i="0" u="none" strike="noStrike" dirty="0">
                <a:solidFill>
                  <a:srgbClr val="1F98FF"/>
                </a:solidFill>
                <a:effectLst/>
                <a:latin typeface="Monaco" pitchFamily="2" charset="0"/>
              </a:rPr>
              <a:t>{</a:t>
            </a:r>
          </a:p>
          <a:p>
            <a:r>
              <a:rPr lang="en" altLang="zh-CN" sz="1400" b="0" i="0" u="none" strike="noStrike" dirty="0">
                <a:solidFill>
                  <a:srgbClr val="FFFFFF"/>
                </a:solidFill>
                <a:effectLst/>
                <a:latin typeface="Monaco" pitchFamily="2" charset="0"/>
              </a:rPr>
              <a:t> </a:t>
            </a:r>
            <a:r>
              <a:rPr lang="en" altLang="zh-CN" sz="1400" b="0" i="0" u="none" strike="noStrike" dirty="0" err="1">
                <a:solidFill>
                  <a:srgbClr val="1F98FF"/>
                </a:solidFill>
                <a:effectLst/>
                <a:latin typeface="Monaco" pitchFamily="2" charset="0"/>
              </a:rPr>
              <a:t>bookById</a:t>
            </a:r>
            <a:r>
              <a:rPr lang="en" altLang="zh-CN" sz="1400" b="0" i="0" u="none" strike="noStrike" dirty="0">
                <a:solidFill>
                  <a:srgbClr val="1F98FF"/>
                </a:solidFill>
                <a:effectLst/>
                <a:latin typeface="Monaco" pitchFamily="2" charset="0"/>
              </a:rPr>
              <a:t>(id:</a:t>
            </a:r>
            <a:r>
              <a:rPr lang="en" altLang="zh-CN" sz="1400" b="0" i="0" u="none" strike="noStrike" dirty="0">
                <a:solidFill>
                  <a:srgbClr val="FFFFFF"/>
                </a:solidFill>
                <a:effectLst/>
                <a:latin typeface="Monaco" pitchFamily="2" charset="0"/>
              </a:rPr>
              <a:t> </a:t>
            </a:r>
            <a:r>
              <a:rPr lang="en" altLang="zh-CN" sz="1400" b="0" i="0" u="none" strike="noStrike" dirty="0">
                <a:solidFill>
                  <a:srgbClr val="1F98FF"/>
                </a:solidFill>
                <a:effectLst/>
                <a:latin typeface="Monaco" pitchFamily="2" charset="0"/>
              </a:rPr>
              <a:t>ID):</a:t>
            </a:r>
            <a:r>
              <a:rPr lang="en" altLang="zh-CN" sz="1400" b="0" i="0" u="none" strike="noStrike" dirty="0">
                <a:solidFill>
                  <a:srgbClr val="FFFFFF"/>
                </a:solidFill>
                <a:effectLst/>
                <a:latin typeface="Monaco" pitchFamily="2" charset="0"/>
              </a:rPr>
              <a:t> </a:t>
            </a:r>
            <a:r>
              <a:rPr lang="en" altLang="zh-CN" sz="1400" b="0" i="0" u="none" strike="noStrike" dirty="0">
                <a:solidFill>
                  <a:srgbClr val="1F98FF"/>
                </a:solidFill>
                <a:effectLst/>
                <a:latin typeface="Monaco" pitchFamily="2" charset="0"/>
              </a:rPr>
              <a:t>Book</a:t>
            </a:r>
            <a:r>
              <a:rPr lang="en" altLang="zh-CN" sz="1400" b="0" i="0" u="none" strike="noStrike" dirty="0">
                <a:solidFill>
                  <a:srgbClr val="FFFFFF"/>
                </a:solidFill>
                <a:effectLst/>
                <a:latin typeface="Monaco" pitchFamily="2" charset="0"/>
              </a:rPr>
              <a:t> </a:t>
            </a:r>
          </a:p>
          <a:p>
            <a:r>
              <a:rPr lang="en" altLang="zh-CN" sz="1400" b="0" i="0" u="none" strike="noStrike" dirty="0">
                <a:solidFill>
                  <a:srgbClr val="1F98FF"/>
                </a:solidFill>
                <a:effectLst/>
                <a:latin typeface="Monaco" pitchFamily="2" charset="0"/>
              </a:rPr>
              <a:t>}</a:t>
            </a:r>
            <a:r>
              <a:rPr lang="en" altLang="zh-CN" sz="1400" b="0" i="0" u="none" strike="noStrike" dirty="0">
                <a:solidFill>
                  <a:srgbClr val="FFFFFF"/>
                </a:solidFill>
                <a:effectLst/>
                <a:latin typeface="Monaco" pitchFamily="2" charset="0"/>
              </a:rPr>
              <a:t> </a:t>
            </a:r>
          </a:p>
          <a:p>
            <a:endParaRPr lang="en" altLang="zh-CN" sz="1400" b="0" i="0" u="none" strike="noStrike" dirty="0">
              <a:solidFill>
                <a:srgbClr val="FFFFFF"/>
              </a:solidFill>
              <a:effectLst/>
              <a:latin typeface="Monaco" pitchFamily="2" charset="0"/>
            </a:endParaRPr>
          </a:p>
          <a:p>
            <a:r>
              <a:rPr lang="en" altLang="zh-CN" sz="1400" b="0" i="0" u="none" strike="noStrike" dirty="0">
                <a:solidFill>
                  <a:srgbClr val="1F98FF"/>
                </a:solidFill>
                <a:effectLst/>
                <a:latin typeface="Monaco" pitchFamily="2" charset="0"/>
              </a:rPr>
              <a:t>type</a:t>
            </a:r>
            <a:r>
              <a:rPr lang="en" altLang="zh-CN" sz="1400" b="0" i="0" u="none" strike="noStrike" dirty="0">
                <a:solidFill>
                  <a:srgbClr val="FFFFFF"/>
                </a:solidFill>
                <a:effectLst/>
                <a:latin typeface="Monaco" pitchFamily="2" charset="0"/>
              </a:rPr>
              <a:t> </a:t>
            </a:r>
            <a:r>
              <a:rPr lang="en" altLang="zh-CN" sz="1400" b="0" i="0" u="none" strike="noStrike" dirty="0">
                <a:solidFill>
                  <a:srgbClr val="1F98FF"/>
                </a:solidFill>
                <a:effectLst/>
                <a:latin typeface="Monaco" pitchFamily="2" charset="0"/>
              </a:rPr>
              <a:t>Book</a:t>
            </a:r>
            <a:r>
              <a:rPr lang="en" altLang="zh-CN" sz="1400" b="0" i="0" u="none" strike="noStrike" dirty="0">
                <a:solidFill>
                  <a:srgbClr val="FFFFFF"/>
                </a:solidFill>
                <a:effectLst/>
                <a:latin typeface="Monaco" pitchFamily="2" charset="0"/>
              </a:rPr>
              <a:t> </a:t>
            </a:r>
            <a:r>
              <a:rPr lang="en" altLang="zh-CN" sz="1400" b="0" i="0" u="none" strike="noStrike" dirty="0">
                <a:solidFill>
                  <a:srgbClr val="1F98FF"/>
                </a:solidFill>
                <a:effectLst/>
                <a:latin typeface="Monaco" pitchFamily="2" charset="0"/>
              </a:rPr>
              <a:t>{</a:t>
            </a:r>
          </a:p>
          <a:p>
            <a:r>
              <a:rPr lang="en" altLang="zh-CN" sz="1400" b="0" i="0" u="none" strike="noStrike" dirty="0">
                <a:solidFill>
                  <a:srgbClr val="FFFFFF"/>
                </a:solidFill>
                <a:effectLst/>
                <a:latin typeface="Monaco" pitchFamily="2" charset="0"/>
              </a:rPr>
              <a:t> </a:t>
            </a:r>
            <a:r>
              <a:rPr lang="en" altLang="zh-CN" sz="1400" b="0" i="0" u="none" strike="noStrike" dirty="0">
                <a:solidFill>
                  <a:srgbClr val="6F42C1"/>
                </a:solidFill>
                <a:effectLst/>
                <a:latin typeface="Monaco" pitchFamily="2" charset="0"/>
              </a:rPr>
              <a:t>id:</a:t>
            </a:r>
            <a:r>
              <a:rPr lang="en" altLang="zh-CN" sz="1400" b="0" i="0" u="none" strike="noStrike" dirty="0">
                <a:solidFill>
                  <a:srgbClr val="FFFFFF"/>
                </a:solidFill>
                <a:effectLst/>
                <a:latin typeface="Monaco" pitchFamily="2" charset="0"/>
              </a:rPr>
              <a:t> </a:t>
            </a:r>
            <a:r>
              <a:rPr lang="en" altLang="zh-CN" sz="1400" b="0" i="0" u="none" strike="noStrike" dirty="0">
                <a:solidFill>
                  <a:srgbClr val="1F98FF"/>
                </a:solidFill>
                <a:effectLst/>
                <a:latin typeface="Monaco" pitchFamily="2" charset="0"/>
              </a:rPr>
              <a:t>ID</a:t>
            </a:r>
          </a:p>
          <a:p>
            <a:r>
              <a:rPr lang="en" altLang="zh-CN" sz="1400" b="0" i="0" u="none" strike="noStrike" dirty="0">
                <a:solidFill>
                  <a:srgbClr val="FFFFFF"/>
                </a:solidFill>
                <a:effectLst/>
                <a:latin typeface="Monaco" pitchFamily="2" charset="0"/>
              </a:rPr>
              <a:t> </a:t>
            </a:r>
            <a:r>
              <a:rPr lang="en" altLang="zh-CN" sz="1400" b="0" i="0" u="none" strike="noStrike" dirty="0">
                <a:solidFill>
                  <a:srgbClr val="6F42C1"/>
                </a:solidFill>
                <a:effectLst/>
                <a:latin typeface="Monaco" pitchFamily="2" charset="0"/>
              </a:rPr>
              <a:t>name:</a:t>
            </a:r>
            <a:r>
              <a:rPr lang="en" altLang="zh-CN" sz="1400" b="0" i="0" u="none" strike="noStrike" dirty="0">
                <a:solidFill>
                  <a:srgbClr val="FFFFFF"/>
                </a:solidFill>
                <a:effectLst/>
                <a:latin typeface="Monaco" pitchFamily="2" charset="0"/>
              </a:rPr>
              <a:t> </a:t>
            </a:r>
            <a:r>
              <a:rPr lang="en" altLang="zh-CN" sz="1400" b="0" i="0" u="none" strike="noStrike" dirty="0">
                <a:solidFill>
                  <a:srgbClr val="1F98FF"/>
                </a:solidFill>
                <a:effectLst/>
                <a:latin typeface="Monaco" pitchFamily="2" charset="0"/>
              </a:rPr>
              <a:t>String</a:t>
            </a:r>
          </a:p>
          <a:p>
            <a:r>
              <a:rPr lang="en" altLang="zh-CN" sz="1400" b="0" i="0" u="none" strike="noStrike" dirty="0">
                <a:solidFill>
                  <a:srgbClr val="FFFFFF"/>
                </a:solidFill>
                <a:effectLst/>
                <a:latin typeface="Monaco" pitchFamily="2" charset="0"/>
              </a:rPr>
              <a:t> </a:t>
            </a:r>
            <a:r>
              <a:rPr lang="en" altLang="zh-CN" sz="1400" b="0" i="0" u="none" strike="noStrike" dirty="0" err="1">
                <a:solidFill>
                  <a:srgbClr val="6F42C1"/>
                </a:solidFill>
                <a:effectLst/>
                <a:latin typeface="Monaco" pitchFamily="2" charset="0"/>
              </a:rPr>
              <a:t>pageCount</a:t>
            </a:r>
            <a:r>
              <a:rPr lang="en" altLang="zh-CN" sz="1400" b="0" i="0" u="none" strike="noStrike" dirty="0">
                <a:solidFill>
                  <a:srgbClr val="6F42C1"/>
                </a:solidFill>
                <a:effectLst/>
                <a:latin typeface="Monaco" pitchFamily="2" charset="0"/>
              </a:rPr>
              <a:t>:</a:t>
            </a:r>
            <a:r>
              <a:rPr lang="en" altLang="zh-CN" sz="1400" b="0" i="0" u="none" strike="noStrike" dirty="0">
                <a:solidFill>
                  <a:srgbClr val="FFFFFF"/>
                </a:solidFill>
                <a:effectLst/>
                <a:latin typeface="Monaco" pitchFamily="2" charset="0"/>
              </a:rPr>
              <a:t> </a:t>
            </a:r>
            <a:r>
              <a:rPr lang="en" altLang="zh-CN" sz="1400" b="0" i="0" u="none" strike="noStrike" dirty="0">
                <a:solidFill>
                  <a:srgbClr val="1F98FF"/>
                </a:solidFill>
                <a:effectLst/>
                <a:latin typeface="Monaco" pitchFamily="2" charset="0"/>
              </a:rPr>
              <a:t>Int</a:t>
            </a:r>
          </a:p>
          <a:p>
            <a:r>
              <a:rPr lang="en" altLang="zh-CN" sz="1400" b="0" i="0" u="none" strike="noStrike" dirty="0">
                <a:solidFill>
                  <a:srgbClr val="FFFFFF"/>
                </a:solidFill>
                <a:effectLst/>
                <a:latin typeface="Monaco" pitchFamily="2" charset="0"/>
              </a:rPr>
              <a:t> </a:t>
            </a:r>
            <a:r>
              <a:rPr lang="en" altLang="zh-CN" sz="1400" b="0" i="0" u="none" strike="noStrike" dirty="0">
                <a:solidFill>
                  <a:srgbClr val="6F42C1"/>
                </a:solidFill>
                <a:effectLst/>
                <a:latin typeface="Monaco" pitchFamily="2" charset="0"/>
              </a:rPr>
              <a:t>author:</a:t>
            </a:r>
            <a:r>
              <a:rPr lang="en" altLang="zh-CN" sz="1400" b="0" i="0" u="none" strike="noStrike" dirty="0">
                <a:solidFill>
                  <a:srgbClr val="FFFFFF"/>
                </a:solidFill>
                <a:effectLst/>
                <a:latin typeface="Monaco" pitchFamily="2" charset="0"/>
              </a:rPr>
              <a:t> </a:t>
            </a:r>
            <a:r>
              <a:rPr lang="en" altLang="zh-CN" sz="1400" b="0" i="0" u="none" strike="noStrike" dirty="0">
                <a:solidFill>
                  <a:srgbClr val="1F98FF"/>
                </a:solidFill>
                <a:effectLst/>
                <a:latin typeface="Monaco" pitchFamily="2" charset="0"/>
              </a:rPr>
              <a:t>Author</a:t>
            </a:r>
            <a:r>
              <a:rPr lang="en" altLang="zh-CN" sz="1400" b="0" i="0" u="none" strike="noStrike" dirty="0">
                <a:solidFill>
                  <a:srgbClr val="FFFFFF"/>
                </a:solidFill>
                <a:effectLst/>
                <a:latin typeface="Monaco" pitchFamily="2" charset="0"/>
              </a:rPr>
              <a:t> </a:t>
            </a:r>
          </a:p>
          <a:p>
            <a:r>
              <a:rPr lang="en" altLang="zh-CN" sz="1400" b="0" i="0" u="none" strike="noStrike" dirty="0">
                <a:solidFill>
                  <a:srgbClr val="1F98FF"/>
                </a:solidFill>
                <a:effectLst/>
                <a:latin typeface="Monaco" pitchFamily="2" charset="0"/>
              </a:rPr>
              <a:t>}</a:t>
            </a:r>
            <a:r>
              <a:rPr lang="en" altLang="zh-CN" sz="1400" b="0" i="0" u="none" strike="noStrike" dirty="0">
                <a:solidFill>
                  <a:srgbClr val="FFFFFF"/>
                </a:solidFill>
                <a:effectLst/>
                <a:latin typeface="Monaco" pitchFamily="2" charset="0"/>
              </a:rPr>
              <a:t> </a:t>
            </a:r>
          </a:p>
          <a:p>
            <a:endParaRPr lang="en" altLang="zh-CN" sz="1400" b="0" i="0" u="none" strike="noStrike" dirty="0">
              <a:solidFill>
                <a:srgbClr val="FFFFFF"/>
              </a:solidFill>
              <a:effectLst/>
              <a:latin typeface="Monaco" pitchFamily="2" charset="0"/>
            </a:endParaRPr>
          </a:p>
          <a:p>
            <a:r>
              <a:rPr lang="en" altLang="zh-CN" sz="1400" b="0" i="0" u="none" strike="noStrike" dirty="0">
                <a:solidFill>
                  <a:srgbClr val="1F98FF"/>
                </a:solidFill>
                <a:effectLst/>
                <a:latin typeface="Monaco" pitchFamily="2" charset="0"/>
              </a:rPr>
              <a:t>type</a:t>
            </a:r>
            <a:r>
              <a:rPr lang="en" altLang="zh-CN" sz="1400" b="0" i="0" u="none" strike="noStrike" dirty="0">
                <a:solidFill>
                  <a:srgbClr val="FFFFFF"/>
                </a:solidFill>
                <a:effectLst/>
                <a:latin typeface="Monaco" pitchFamily="2" charset="0"/>
              </a:rPr>
              <a:t> </a:t>
            </a:r>
            <a:r>
              <a:rPr lang="en" altLang="zh-CN" sz="1400" b="0" i="0" u="none" strike="noStrike" dirty="0">
                <a:solidFill>
                  <a:srgbClr val="1F98FF"/>
                </a:solidFill>
                <a:effectLst/>
                <a:latin typeface="Monaco" pitchFamily="2" charset="0"/>
              </a:rPr>
              <a:t>Author</a:t>
            </a:r>
            <a:r>
              <a:rPr lang="en" altLang="zh-CN" sz="1400" b="0" i="0" u="none" strike="noStrike" dirty="0">
                <a:solidFill>
                  <a:srgbClr val="FFFFFF"/>
                </a:solidFill>
                <a:effectLst/>
                <a:latin typeface="Monaco" pitchFamily="2" charset="0"/>
              </a:rPr>
              <a:t> </a:t>
            </a:r>
            <a:r>
              <a:rPr lang="en" altLang="zh-CN" sz="1400" b="0" i="0" u="none" strike="noStrike" dirty="0">
                <a:solidFill>
                  <a:srgbClr val="1F98FF"/>
                </a:solidFill>
                <a:effectLst/>
                <a:latin typeface="Monaco" pitchFamily="2" charset="0"/>
              </a:rPr>
              <a:t>{</a:t>
            </a:r>
          </a:p>
          <a:p>
            <a:r>
              <a:rPr lang="en" altLang="zh-CN" sz="1400" b="0" i="0" u="none" strike="noStrike" dirty="0">
                <a:solidFill>
                  <a:srgbClr val="FFFFFF"/>
                </a:solidFill>
                <a:effectLst/>
                <a:latin typeface="Monaco" pitchFamily="2" charset="0"/>
              </a:rPr>
              <a:t> </a:t>
            </a:r>
            <a:r>
              <a:rPr lang="en" altLang="zh-CN" sz="1400" b="0" i="0" u="none" strike="noStrike" dirty="0">
                <a:solidFill>
                  <a:srgbClr val="6F42C1"/>
                </a:solidFill>
                <a:effectLst/>
                <a:latin typeface="Monaco" pitchFamily="2" charset="0"/>
              </a:rPr>
              <a:t>id:</a:t>
            </a:r>
            <a:r>
              <a:rPr lang="en" altLang="zh-CN" sz="1400" b="0" i="0" u="none" strike="noStrike" dirty="0">
                <a:solidFill>
                  <a:srgbClr val="FFFFFF"/>
                </a:solidFill>
                <a:effectLst/>
                <a:latin typeface="Monaco" pitchFamily="2" charset="0"/>
              </a:rPr>
              <a:t> </a:t>
            </a:r>
            <a:r>
              <a:rPr lang="en" altLang="zh-CN" sz="1400" b="0" i="0" u="none" strike="noStrike" dirty="0">
                <a:solidFill>
                  <a:srgbClr val="1F98FF"/>
                </a:solidFill>
                <a:effectLst/>
                <a:latin typeface="Monaco" pitchFamily="2" charset="0"/>
              </a:rPr>
              <a:t>ID</a:t>
            </a:r>
          </a:p>
          <a:p>
            <a:r>
              <a:rPr lang="en" altLang="zh-CN" sz="1400" b="0" i="0" u="none" strike="noStrike" dirty="0">
                <a:solidFill>
                  <a:srgbClr val="FFFFFF"/>
                </a:solidFill>
                <a:effectLst/>
                <a:latin typeface="Monaco" pitchFamily="2" charset="0"/>
              </a:rPr>
              <a:t> </a:t>
            </a:r>
            <a:r>
              <a:rPr lang="en" altLang="zh-CN" sz="1400" b="0" i="0" u="none" strike="noStrike" dirty="0" err="1">
                <a:solidFill>
                  <a:srgbClr val="6F42C1"/>
                </a:solidFill>
                <a:effectLst/>
                <a:latin typeface="Monaco" pitchFamily="2" charset="0"/>
              </a:rPr>
              <a:t>firstName</a:t>
            </a:r>
            <a:r>
              <a:rPr lang="en" altLang="zh-CN" sz="1400" b="0" i="0" u="none" strike="noStrike" dirty="0">
                <a:solidFill>
                  <a:srgbClr val="6F42C1"/>
                </a:solidFill>
                <a:effectLst/>
                <a:latin typeface="Monaco" pitchFamily="2" charset="0"/>
              </a:rPr>
              <a:t>:</a:t>
            </a:r>
            <a:r>
              <a:rPr lang="en" altLang="zh-CN" sz="1400" b="0" i="0" u="none" strike="noStrike" dirty="0">
                <a:solidFill>
                  <a:srgbClr val="FFFFFF"/>
                </a:solidFill>
                <a:effectLst/>
                <a:latin typeface="Monaco" pitchFamily="2" charset="0"/>
              </a:rPr>
              <a:t> </a:t>
            </a:r>
            <a:r>
              <a:rPr lang="en" altLang="zh-CN" sz="1400" b="0" i="0" u="none" strike="noStrike" dirty="0">
                <a:solidFill>
                  <a:srgbClr val="1F98FF"/>
                </a:solidFill>
                <a:effectLst/>
                <a:latin typeface="Monaco" pitchFamily="2" charset="0"/>
              </a:rPr>
              <a:t>String</a:t>
            </a:r>
          </a:p>
          <a:p>
            <a:r>
              <a:rPr lang="en" altLang="zh-CN" sz="1400" b="0" i="0" u="none" strike="noStrike" dirty="0">
                <a:solidFill>
                  <a:srgbClr val="FFFFFF"/>
                </a:solidFill>
                <a:effectLst/>
                <a:latin typeface="Monaco" pitchFamily="2" charset="0"/>
              </a:rPr>
              <a:t> </a:t>
            </a:r>
            <a:r>
              <a:rPr lang="en" altLang="zh-CN" sz="1400" b="0" i="0" u="none" strike="noStrike" dirty="0" err="1">
                <a:solidFill>
                  <a:srgbClr val="6F42C1"/>
                </a:solidFill>
                <a:effectLst/>
                <a:latin typeface="Monaco" pitchFamily="2" charset="0"/>
              </a:rPr>
              <a:t>lastName</a:t>
            </a:r>
            <a:r>
              <a:rPr lang="en" altLang="zh-CN" sz="1400" b="0" i="0" u="none" strike="noStrike" dirty="0">
                <a:solidFill>
                  <a:srgbClr val="6F42C1"/>
                </a:solidFill>
                <a:effectLst/>
                <a:latin typeface="Monaco" pitchFamily="2" charset="0"/>
              </a:rPr>
              <a:t>:</a:t>
            </a:r>
            <a:r>
              <a:rPr lang="en" altLang="zh-CN" sz="1400" b="0" i="0" u="none" strike="noStrike" dirty="0">
                <a:solidFill>
                  <a:srgbClr val="FFFFFF"/>
                </a:solidFill>
                <a:effectLst/>
                <a:latin typeface="Monaco" pitchFamily="2" charset="0"/>
              </a:rPr>
              <a:t> </a:t>
            </a:r>
            <a:r>
              <a:rPr lang="en" altLang="zh-CN" sz="1400" b="0" i="0" u="none" strike="noStrike" dirty="0">
                <a:solidFill>
                  <a:srgbClr val="1F98FF"/>
                </a:solidFill>
                <a:effectLst/>
                <a:latin typeface="Monaco" pitchFamily="2" charset="0"/>
              </a:rPr>
              <a:t>String</a:t>
            </a:r>
            <a:r>
              <a:rPr lang="en" altLang="zh-CN" sz="1400" b="0" i="0" u="none" strike="noStrike" dirty="0">
                <a:solidFill>
                  <a:srgbClr val="FFFFFF"/>
                </a:solidFill>
                <a:effectLst/>
                <a:latin typeface="Monaco" pitchFamily="2" charset="0"/>
              </a:rPr>
              <a:t> </a:t>
            </a:r>
          </a:p>
          <a:p>
            <a:r>
              <a:rPr lang="en" altLang="zh-CN" sz="1400" b="0" i="0" u="none" strike="noStrike" dirty="0">
                <a:solidFill>
                  <a:srgbClr val="1F98FF"/>
                </a:solidFill>
                <a:effectLst/>
                <a:latin typeface="Monaco" pitchFamily="2" charset="0"/>
              </a:rPr>
              <a:t>}</a:t>
            </a:r>
            <a:endParaRPr lang="zh-CN" altLang="en-US" sz="1400" dirty="0"/>
          </a:p>
        </p:txBody>
      </p:sp>
    </p:spTree>
    <p:extLst>
      <p:ext uri="{BB962C8B-B14F-4D97-AF65-F5344CB8AC3E}">
        <p14:creationId xmlns:p14="http://schemas.microsoft.com/office/powerpoint/2010/main" val="6679135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AE911D-38A2-E743-63FB-05A5322A6051}"/>
              </a:ext>
            </a:extLst>
          </p:cNvPr>
          <p:cNvSpPr>
            <a:spLocks noGrp="1"/>
          </p:cNvSpPr>
          <p:nvPr>
            <p:ph type="title"/>
          </p:nvPr>
        </p:nvSpPr>
        <p:spPr/>
        <p:txBody>
          <a:bodyPr/>
          <a:lstStyle/>
          <a:p>
            <a:r>
              <a:rPr kumimoji="1" lang="en" altLang="zh-CN" dirty="0"/>
              <a:t>Getting started with Spring for </a:t>
            </a:r>
            <a:r>
              <a:rPr kumimoji="1" lang="en" altLang="zh-CN" dirty="0" err="1"/>
              <a:t>GraphQL</a:t>
            </a:r>
            <a:endParaRPr kumimoji="1" lang="zh-CN" altLang="en-US" dirty="0"/>
          </a:p>
        </p:txBody>
      </p:sp>
      <p:sp>
        <p:nvSpPr>
          <p:cNvPr id="3" name="内容占位符 2">
            <a:extLst>
              <a:ext uri="{FF2B5EF4-FFF2-40B4-BE49-F238E27FC236}">
                <a16:creationId xmlns:a16="http://schemas.microsoft.com/office/drawing/2014/main" id="{8D260853-FFFF-AC78-B7B1-602D6831E18F}"/>
              </a:ext>
            </a:extLst>
          </p:cNvPr>
          <p:cNvSpPr>
            <a:spLocks noGrp="1"/>
          </p:cNvSpPr>
          <p:nvPr>
            <p:ph idx="1"/>
          </p:nvPr>
        </p:nvSpPr>
        <p:spPr/>
        <p:txBody>
          <a:bodyPr/>
          <a:lstStyle/>
          <a:p>
            <a:r>
              <a:rPr lang="en-US" altLang="zh-CN" dirty="0" err="1"/>
              <a:t>Book.java</a:t>
            </a:r>
            <a:endParaRPr lang="en" altLang="zh-CN" dirty="0"/>
          </a:p>
        </p:txBody>
      </p:sp>
      <p:sp>
        <p:nvSpPr>
          <p:cNvPr id="4" name="灯片编号占位符 3">
            <a:extLst>
              <a:ext uri="{FF2B5EF4-FFF2-40B4-BE49-F238E27FC236}">
                <a16:creationId xmlns:a16="http://schemas.microsoft.com/office/drawing/2014/main" id="{79B77F06-AFCD-AE85-96E7-8FBC31BDA69A}"/>
              </a:ext>
            </a:extLst>
          </p:cNvPr>
          <p:cNvSpPr>
            <a:spLocks noGrp="1"/>
          </p:cNvSpPr>
          <p:nvPr>
            <p:ph type="sldNum" sz="quarter" idx="12"/>
          </p:nvPr>
        </p:nvSpPr>
        <p:spPr/>
        <p:txBody>
          <a:bodyPr/>
          <a:lstStyle/>
          <a:p>
            <a:fld id="{CB818ED7-1FAF-4BEC-A906-EB6564C334EB}" type="slidenum">
              <a:rPr lang="zh-CN" altLang="en-US" smtClean="0"/>
              <a:pPr/>
              <a:t>18</a:t>
            </a:fld>
            <a:endParaRPr lang="zh-CN" altLang="en-US" dirty="0"/>
          </a:p>
        </p:txBody>
      </p:sp>
      <p:sp>
        <p:nvSpPr>
          <p:cNvPr id="6" name="文本框 5">
            <a:extLst>
              <a:ext uri="{FF2B5EF4-FFF2-40B4-BE49-F238E27FC236}">
                <a16:creationId xmlns:a16="http://schemas.microsoft.com/office/drawing/2014/main" id="{BE67E055-A255-B5DC-0B12-3A49FDC25F4B}"/>
              </a:ext>
            </a:extLst>
          </p:cNvPr>
          <p:cNvSpPr txBox="1"/>
          <p:nvPr/>
        </p:nvSpPr>
        <p:spPr>
          <a:xfrm>
            <a:off x="1403648" y="959129"/>
            <a:ext cx="7884368" cy="3970318"/>
          </a:xfrm>
          <a:prstGeom prst="rect">
            <a:avLst/>
          </a:prstGeom>
          <a:noFill/>
        </p:spPr>
        <p:txBody>
          <a:bodyPr wrap="square">
            <a:spAutoFit/>
          </a:bodyPr>
          <a:lstStyle/>
          <a:p>
            <a:br>
              <a:rPr lang="en" altLang="zh-CN" sz="1400" dirty="0">
                <a:solidFill>
                  <a:srgbClr val="080808"/>
                </a:solidFill>
                <a:effectLst/>
                <a:latin typeface="JetBrains Mono"/>
              </a:rPr>
            </a:br>
            <a:br>
              <a:rPr lang="en" altLang="zh-CN" sz="1400" dirty="0">
                <a:solidFill>
                  <a:srgbClr val="080808"/>
                </a:solidFill>
                <a:effectLst/>
                <a:latin typeface="JetBrains Mono"/>
              </a:rPr>
            </a:br>
            <a:r>
              <a:rPr lang="en" altLang="zh-CN" sz="1400" dirty="0">
                <a:solidFill>
                  <a:srgbClr val="0033B3"/>
                </a:solidFill>
                <a:effectLst/>
                <a:latin typeface="JetBrains Mono"/>
              </a:rPr>
              <a:t>public record </a:t>
            </a:r>
            <a:r>
              <a:rPr lang="en" altLang="zh-CN" sz="1400" dirty="0">
                <a:solidFill>
                  <a:srgbClr val="000000"/>
                </a:solidFill>
                <a:effectLst/>
                <a:latin typeface="JetBrains Mono"/>
              </a:rPr>
              <a:t>Book </a:t>
            </a:r>
            <a:r>
              <a:rPr lang="en" altLang="zh-CN" sz="1400" dirty="0">
                <a:solidFill>
                  <a:srgbClr val="080808"/>
                </a:solidFill>
                <a:effectLst/>
                <a:latin typeface="JetBrains Mono"/>
              </a:rPr>
              <a:t>(</a:t>
            </a:r>
            <a:r>
              <a:rPr lang="en" altLang="zh-CN" sz="1400" dirty="0">
                <a:solidFill>
                  <a:srgbClr val="000000"/>
                </a:solidFill>
                <a:effectLst/>
                <a:latin typeface="JetBrains Mono"/>
              </a:rPr>
              <a:t>String </a:t>
            </a:r>
            <a:r>
              <a:rPr lang="en" altLang="zh-CN" sz="1400" dirty="0">
                <a:solidFill>
                  <a:srgbClr val="080808"/>
                </a:solidFill>
                <a:effectLst/>
                <a:latin typeface="JetBrains Mono"/>
              </a:rPr>
              <a:t>id, </a:t>
            </a:r>
            <a:r>
              <a:rPr lang="en" altLang="zh-CN" sz="1400" dirty="0">
                <a:solidFill>
                  <a:srgbClr val="000000"/>
                </a:solidFill>
                <a:effectLst/>
                <a:latin typeface="JetBrains Mono"/>
              </a:rPr>
              <a:t>String </a:t>
            </a:r>
            <a:r>
              <a:rPr lang="en" altLang="zh-CN" sz="1400" dirty="0">
                <a:solidFill>
                  <a:srgbClr val="080808"/>
                </a:solidFill>
                <a:effectLst/>
                <a:latin typeface="JetBrains Mono"/>
              </a:rPr>
              <a:t>name, </a:t>
            </a:r>
            <a:r>
              <a:rPr lang="en" altLang="zh-CN" sz="1400" dirty="0">
                <a:solidFill>
                  <a:srgbClr val="0033B3"/>
                </a:solidFill>
                <a:effectLst/>
                <a:latin typeface="JetBrains Mono"/>
              </a:rPr>
              <a:t>int </a:t>
            </a:r>
            <a:r>
              <a:rPr lang="en" altLang="zh-CN" sz="1400" dirty="0" err="1">
                <a:solidFill>
                  <a:srgbClr val="080808"/>
                </a:solidFill>
                <a:effectLst/>
                <a:latin typeface="JetBrains Mono"/>
              </a:rPr>
              <a:t>pageCount</a:t>
            </a:r>
            <a:r>
              <a:rPr lang="en" altLang="zh-CN" sz="1400" dirty="0">
                <a:solidFill>
                  <a:srgbClr val="080808"/>
                </a:solidFill>
                <a:effectLst/>
                <a:latin typeface="JetBrains Mono"/>
              </a:rPr>
              <a:t>, </a:t>
            </a:r>
            <a:r>
              <a:rPr lang="en" altLang="zh-CN" sz="1400" dirty="0">
                <a:solidFill>
                  <a:srgbClr val="000000"/>
                </a:solidFill>
                <a:effectLst/>
                <a:latin typeface="JetBrains Mono"/>
              </a:rPr>
              <a:t>String </a:t>
            </a:r>
            <a:r>
              <a:rPr lang="en" altLang="zh-CN" sz="1400" dirty="0" err="1">
                <a:solidFill>
                  <a:srgbClr val="080808"/>
                </a:solidFill>
                <a:effectLst/>
                <a:latin typeface="JetBrains Mono"/>
              </a:rPr>
              <a:t>authorId</a:t>
            </a:r>
            <a:r>
              <a:rPr lang="en" altLang="zh-CN" sz="1400" dirty="0">
                <a:solidFill>
                  <a:srgbClr val="080808"/>
                </a:solidFill>
                <a:effectLst/>
                <a:latin typeface="JetBrains Mono"/>
              </a:rPr>
              <a:t>) {</a:t>
            </a:r>
            <a:br>
              <a:rPr lang="en" altLang="zh-CN" sz="1400" dirty="0">
                <a:solidFill>
                  <a:srgbClr val="080808"/>
                </a:solidFill>
                <a:effectLst/>
                <a:latin typeface="JetBrains Mono"/>
              </a:rPr>
            </a:b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private static </a:t>
            </a:r>
            <a:r>
              <a:rPr lang="en" altLang="zh-CN" sz="1400" dirty="0">
                <a:solidFill>
                  <a:srgbClr val="000000"/>
                </a:solidFill>
                <a:effectLst/>
                <a:latin typeface="JetBrains Mono"/>
              </a:rPr>
              <a:t>List</a:t>
            </a:r>
            <a:r>
              <a:rPr lang="en" altLang="zh-CN" sz="1400" dirty="0">
                <a:solidFill>
                  <a:srgbClr val="080808"/>
                </a:solidFill>
                <a:effectLst/>
                <a:latin typeface="JetBrains Mono"/>
              </a:rPr>
              <a:t>&lt;</a:t>
            </a:r>
            <a:r>
              <a:rPr lang="en" altLang="zh-CN" sz="1400" dirty="0">
                <a:solidFill>
                  <a:srgbClr val="000000"/>
                </a:solidFill>
                <a:effectLst/>
                <a:latin typeface="JetBrains Mono"/>
              </a:rPr>
              <a:t>Book</a:t>
            </a:r>
            <a:r>
              <a:rPr lang="en" altLang="zh-CN" sz="1400" dirty="0">
                <a:solidFill>
                  <a:srgbClr val="080808"/>
                </a:solidFill>
                <a:effectLst/>
                <a:latin typeface="JetBrains Mono"/>
              </a:rPr>
              <a:t>&gt; </a:t>
            </a:r>
            <a:r>
              <a:rPr lang="en" altLang="zh-CN" sz="1400" i="1" dirty="0">
                <a:solidFill>
                  <a:srgbClr val="871094"/>
                </a:solidFill>
                <a:effectLst/>
                <a:latin typeface="JetBrains Mono"/>
              </a:rPr>
              <a:t>books </a:t>
            </a:r>
            <a:r>
              <a:rPr lang="en" altLang="zh-CN" sz="1400" dirty="0">
                <a:solidFill>
                  <a:srgbClr val="080808"/>
                </a:solidFill>
                <a:effectLst/>
                <a:latin typeface="JetBrains Mono"/>
              </a:rPr>
              <a:t>= </a:t>
            </a:r>
            <a:r>
              <a:rPr lang="en" altLang="zh-CN" sz="1400" dirty="0" err="1">
                <a:solidFill>
                  <a:srgbClr val="000000"/>
                </a:solidFill>
                <a:effectLst/>
                <a:latin typeface="JetBrains Mono"/>
              </a:rPr>
              <a:t>Arrays</a:t>
            </a:r>
            <a:r>
              <a:rPr lang="en" altLang="zh-CN" sz="1400" dirty="0" err="1">
                <a:solidFill>
                  <a:srgbClr val="080808"/>
                </a:solidFill>
                <a:effectLst/>
                <a:latin typeface="JetBrains Mono"/>
              </a:rPr>
              <a:t>.</a:t>
            </a:r>
            <a:r>
              <a:rPr lang="en" altLang="zh-CN" sz="1400" i="1" dirty="0" err="1">
                <a:solidFill>
                  <a:srgbClr val="080808"/>
                </a:solidFill>
                <a:effectLst/>
                <a:latin typeface="JetBrains Mono"/>
              </a:rPr>
              <a:t>asList</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new </a:t>
            </a:r>
            <a:r>
              <a:rPr lang="en" altLang="zh-CN" sz="1400" dirty="0">
                <a:solidFill>
                  <a:srgbClr val="080808"/>
                </a:solidFill>
                <a:effectLst/>
                <a:latin typeface="JetBrains Mono"/>
              </a:rPr>
              <a:t>Book(</a:t>
            </a:r>
            <a:r>
              <a:rPr lang="en" altLang="zh-CN" sz="1400" dirty="0">
                <a:solidFill>
                  <a:srgbClr val="067D17"/>
                </a:solidFill>
                <a:effectLst/>
                <a:latin typeface="JetBrains Mono"/>
              </a:rPr>
              <a:t>"book-1"</a:t>
            </a:r>
            <a:r>
              <a:rPr lang="en" altLang="zh-CN" sz="1400" dirty="0">
                <a:solidFill>
                  <a:srgbClr val="080808"/>
                </a:solidFill>
                <a:effectLst/>
                <a:latin typeface="JetBrains Mono"/>
              </a:rPr>
              <a:t>, </a:t>
            </a:r>
            <a:r>
              <a:rPr lang="en" altLang="zh-CN" sz="1400" dirty="0">
                <a:solidFill>
                  <a:srgbClr val="067D17"/>
                </a:solidFill>
                <a:effectLst/>
                <a:latin typeface="JetBrains Mono"/>
              </a:rPr>
              <a:t>"Effective Java"</a:t>
            </a:r>
            <a:r>
              <a:rPr lang="en" altLang="zh-CN" sz="1400" dirty="0">
                <a:solidFill>
                  <a:srgbClr val="080808"/>
                </a:solidFill>
                <a:effectLst/>
                <a:latin typeface="JetBrains Mono"/>
              </a:rPr>
              <a:t>, </a:t>
            </a:r>
            <a:r>
              <a:rPr lang="en" altLang="zh-CN" sz="1400" dirty="0">
                <a:solidFill>
                  <a:srgbClr val="1750EB"/>
                </a:solidFill>
                <a:effectLst/>
                <a:latin typeface="JetBrains Mono"/>
              </a:rPr>
              <a:t>416</a:t>
            </a:r>
            <a:r>
              <a:rPr lang="en" altLang="zh-CN" sz="1400" dirty="0">
                <a:solidFill>
                  <a:srgbClr val="080808"/>
                </a:solidFill>
                <a:effectLst/>
                <a:latin typeface="JetBrains Mono"/>
              </a:rPr>
              <a:t>, </a:t>
            </a:r>
            <a:r>
              <a:rPr lang="en" altLang="zh-CN" sz="1400" dirty="0">
                <a:solidFill>
                  <a:srgbClr val="067D17"/>
                </a:solidFill>
                <a:effectLst/>
                <a:latin typeface="JetBrains Mono"/>
              </a:rPr>
              <a:t>"author-1"</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new </a:t>
            </a:r>
            <a:r>
              <a:rPr lang="en" altLang="zh-CN" sz="1400" dirty="0">
                <a:solidFill>
                  <a:srgbClr val="080808"/>
                </a:solidFill>
                <a:effectLst/>
                <a:latin typeface="JetBrains Mono"/>
              </a:rPr>
              <a:t>Book(</a:t>
            </a:r>
            <a:r>
              <a:rPr lang="en" altLang="zh-CN" sz="1400" dirty="0">
                <a:solidFill>
                  <a:srgbClr val="067D17"/>
                </a:solidFill>
                <a:effectLst/>
                <a:latin typeface="JetBrains Mono"/>
              </a:rPr>
              <a:t>"book-2"</a:t>
            </a:r>
            <a:r>
              <a:rPr lang="en" altLang="zh-CN" sz="1400" dirty="0">
                <a:solidFill>
                  <a:srgbClr val="080808"/>
                </a:solidFill>
                <a:effectLst/>
                <a:latin typeface="JetBrains Mono"/>
              </a:rPr>
              <a:t>, </a:t>
            </a:r>
            <a:r>
              <a:rPr lang="en" altLang="zh-CN" sz="1400" dirty="0">
                <a:solidFill>
                  <a:srgbClr val="067D17"/>
                </a:solidFill>
                <a:effectLst/>
                <a:latin typeface="JetBrains Mono"/>
              </a:rPr>
              <a:t>"Hitchhiker's Guide to the Galaxy"</a:t>
            </a:r>
            <a:r>
              <a:rPr lang="en" altLang="zh-CN" sz="1400" dirty="0">
                <a:solidFill>
                  <a:srgbClr val="080808"/>
                </a:solidFill>
                <a:effectLst/>
                <a:latin typeface="JetBrains Mono"/>
              </a:rPr>
              <a:t>, </a:t>
            </a:r>
            <a:r>
              <a:rPr lang="en" altLang="zh-CN" sz="1400" dirty="0">
                <a:solidFill>
                  <a:srgbClr val="1750EB"/>
                </a:solidFill>
                <a:effectLst/>
                <a:latin typeface="JetBrains Mono"/>
              </a:rPr>
              <a:t>208</a:t>
            </a:r>
            <a:r>
              <a:rPr lang="en" altLang="zh-CN" sz="1400" dirty="0">
                <a:solidFill>
                  <a:srgbClr val="080808"/>
                </a:solidFill>
                <a:effectLst/>
                <a:latin typeface="JetBrains Mono"/>
              </a:rPr>
              <a:t>, </a:t>
            </a:r>
            <a:r>
              <a:rPr lang="en" altLang="zh-CN" sz="1400" dirty="0">
                <a:solidFill>
                  <a:srgbClr val="067D17"/>
                </a:solidFill>
                <a:effectLst/>
                <a:latin typeface="JetBrains Mono"/>
              </a:rPr>
              <a:t>"author-2"</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new </a:t>
            </a:r>
            <a:r>
              <a:rPr lang="en" altLang="zh-CN" sz="1400" dirty="0">
                <a:solidFill>
                  <a:srgbClr val="080808"/>
                </a:solidFill>
                <a:effectLst/>
                <a:latin typeface="JetBrains Mono"/>
              </a:rPr>
              <a:t>Book(</a:t>
            </a:r>
            <a:r>
              <a:rPr lang="en" altLang="zh-CN" sz="1400" dirty="0">
                <a:solidFill>
                  <a:srgbClr val="067D17"/>
                </a:solidFill>
                <a:effectLst/>
                <a:latin typeface="JetBrains Mono"/>
              </a:rPr>
              <a:t>"book-3"</a:t>
            </a:r>
            <a:r>
              <a:rPr lang="en" altLang="zh-CN" sz="1400" dirty="0">
                <a:solidFill>
                  <a:srgbClr val="080808"/>
                </a:solidFill>
                <a:effectLst/>
                <a:latin typeface="JetBrains Mono"/>
              </a:rPr>
              <a:t>, </a:t>
            </a:r>
            <a:r>
              <a:rPr lang="en" altLang="zh-CN" sz="1400" dirty="0">
                <a:solidFill>
                  <a:srgbClr val="067D17"/>
                </a:solidFill>
                <a:effectLst/>
                <a:latin typeface="JetBrains Mono"/>
              </a:rPr>
              <a:t>"Down Under"</a:t>
            </a:r>
            <a:r>
              <a:rPr lang="en" altLang="zh-CN" sz="1400" dirty="0">
                <a:solidFill>
                  <a:srgbClr val="080808"/>
                </a:solidFill>
                <a:effectLst/>
                <a:latin typeface="JetBrains Mono"/>
              </a:rPr>
              <a:t>, </a:t>
            </a:r>
            <a:r>
              <a:rPr lang="en" altLang="zh-CN" sz="1400" dirty="0">
                <a:solidFill>
                  <a:srgbClr val="1750EB"/>
                </a:solidFill>
                <a:effectLst/>
                <a:latin typeface="JetBrains Mono"/>
              </a:rPr>
              <a:t>436</a:t>
            </a:r>
            <a:r>
              <a:rPr lang="en" altLang="zh-CN" sz="1400" dirty="0">
                <a:solidFill>
                  <a:srgbClr val="080808"/>
                </a:solidFill>
                <a:effectLst/>
                <a:latin typeface="JetBrains Mono"/>
              </a:rPr>
              <a:t>, </a:t>
            </a:r>
            <a:r>
              <a:rPr lang="en" altLang="zh-CN" sz="1400" dirty="0">
                <a:solidFill>
                  <a:srgbClr val="067D17"/>
                </a:solidFill>
                <a:effectLst/>
                <a:latin typeface="JetBrains Mono"/>
              </a:rPr>
              <a:t>"author-3"</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br>
              <a:rPr lang="en" altLang="zh-CN" sz="1400" dirty="0">
                <a:solidFill>
                  <a:srgbClr val="080808"/>
                </a:solidFill>
                <a:effectLst/>
                <a:latin typeface="JetBrains Mono"/>
              </a:rPr>
            </a:b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public static </a:t>
            </a:r>
            <a:r>
              <a:rPr lang="en" altLang="zh-CN" sz="1400" dirty="0">
                <a:solidFill>
                  <a:srgbClr val="000000"/>
                </a:solidFill>
                <a:effectLst/>
                <a:latin typeface="JetBrains Mono"/>
              </a:rPr>
              <a:t>Book </a:t>
            </a:r>
            <a:r>
              <a:rPr lang="en" altLang="zh-CN" sz="1400" dirty="0" err="1">
                <a:solidFill>
                  <a:srgbClr val="00627A"/>
                </a:solidFill>
                <a:effectLst/>
                <a:latin typeface="JetBrains Mono"/>
              </a:rPr>
              <a:t>getById</a:t>
            </a:r>
            <a:r>
              <a:rPr lang="en" altLang="zh-CN" sz="1400" dirty="0">
                <a:solidFill>
                  <a:srgbClr val="080808"/>
                </a:solidFill>
                <a:effectLst/>
                <a:latin typeface="JetBrains Mono"/>
              </a:rPr>
              <a:t>(</a:t>
            </a:r>
            <a:r>
              <a:rPr lang="en" altLang="zh-CN" sz="1400" dirty="0">
                <a:solidFill>
                  <a:srgbClr val="000000"/>
                </a:solidFill>
                <a:effectLst/>
                <a:latin typeface="JetBrains Mono"/>
              </a:rPr>
              <a:t>String </a:t>
            </a:r>
            <a:r>
              <a:rPr lang="en" altLang="zh-CN" sz="1400" dirty="0">
                <a:solidFill>
                  <a:srgbClr val="080808"/>
                </a:solidFill>
                <a:effectLst/>
                <a:latin typeface="JetBrains Mono"/>
              </a:rPr>
              <a:t>id) {</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return </a:t>
            </a:r>
            <a:r>
              <a:rPr lang="en" altLang="zh-CN" sz="1400" i="1" dirty="0" err="1">
                <a:solidFill>
                  <a:srgbClr val="871094"/>
                </a:solidFill>
                <a:effectLst/>
                <a:latin typeface="JetBrains Mono"/>
              </a:rPr>
              <a:t>books</a:t>
            </a:r>
            <a:r>
              <a:rPr lang="en" altLang="zh-CN" sz="1400" dirty="0" err="1">
                <a:solidFill>
                  <a:srgbClr val="080808"/>
                </a:solidFill>
                <a:effectLst/>
                <a:latin typeface="JetBrains Mono"/>
              </a:rPr>
              <a:t>.stream</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.filter(book -&gt; </a:t>
            </a:r>
            <a:r>
              <a:rPr lang="en" altLang="zh-CN" sz="1400" dirty="0" err="1">
                <a:solidFill>
                  <a:srgbClr val="080808"/>
                </a:solidFill>
                <a:effectLst/>
                <a:latin typeface="JetBrains Mono"/>
              </a:rPr>
              <a:t>book.id</a:t>
            </a:r>
            <a:r>
              <a:rPr lang="en" altLang="zh-CN" sz="1400" dirty="0">
                <a:solidFill>
                  <a:srgbClr val="080808"/>
                </a:solidFill>
                <a:effectLst/>
                <a:latin typeface="JetBrains Mono"/>
              </a:rPr>
              <a:t>().equals(</a:t>
            </a:r>
            <a:r>
              <a:rPr lang="en" altLang="zh-CN" sz="1400" dirty="0">
                <a:solidFill>
                  <a:srgbClr val="851691"/>
                </a:solidFill>
                <a:effectLst/>
                <a:latin typeface="JetBrains Mono"/>
              </a:rPr>
              <a:t>id</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err="1">
                <a:solidFill>
                  <a:srgbClr val="080808"/>
                </a:solidFill>
                <a:effectLst/>
                <a:latin typeface="JetBrains Mono"/>
              </a:rPr>
              <a:t>findFirst</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err="1">
                <a:solidFill>
                  <a:srgbClr val="080808"/>
                </a:solidFill>
                <a:effectLst/>
                <a:latin typeface="JetBrains Mono"/>
              </a:rPr>
              <a:t>orElse</a:t>
            </a:r>
            <a:r>
              <a:rPr lang="en" altLang="zh-CN" sz="1400" dirty="0">
                <a:solidFill>
                  <a:srgbClr val="080808"/>
                </a:solidFill>
                <a:effectLst/>
                <a:latin typeface="JetBrains Mono"/>
              </a:rPr>
              <a:t>(</a:t>
            </a:r>
            <a:r>
              <a:rPr lang="en" altLang="zh-CN" sz="1400" dirty="0">
                <a:solidFill>
                  <a:srgbClr val="0033B3"/>
                </a:solidFill>
                <a:effectLst/>
                <a:latin typeface="JetBrains Mono"/>
              </a:rPr>
              <a:t>null</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br>
              <a:rPr lang="en" altLang="zh-CN" sz="1400" dirty="0">
                <a:solidFill>
                  <a:srgbClr val="080808"/>
                </a:solidFill>
                <a:effectLst/>
                <a:latin typeface="JetBrains Mono"/>
              </a:rPr>
            </a:br>
            <a:r>
              <a:rPr lang="en" altLang="zh-CN" sz="1400" dirty="0">
                <a:solidFill>
                  <a:srgbClr val="080808"/>
                </a:solidFill>
                <a:effectLst/>
                <a:latin typeface="JetBrains Mono"/>
              </a:rPr>
              <a:t>}</a:t>
            </a:r>
            <a:br>
              <a:rPr lang="en" altLang="zh-CN" sz="1400" dirty="0">
                <a:solidFill>
                  <a:srgbClr val="080808"/>
                </a:solidFill>
                <a:effectLst/>
                <a:latin typeface="JetBrains Mono"/>
              </a:rPr>
            </a:br>
            <a:endParaRPr lang="en" altLang="zh-CN" sz="1400" dirty="0">
              <a:solidFill>
                <a:srgbClr val="080808"/>
              </a:solidFill>
              <a:effectLst/>
              <a:latin typeface="JetBrains Mono"/>
            </a:endParaRPr>
          </a:p>
        </p:txBody>
      </p:sp>
    </p:spTree>
    <p:extLst>
      <p:ext uri="{BB962C8B-B14F-4D97-AF65-F5344CB8AC3E}">
        <p14:creationId xmlns:p14="http://schemas.microsoft.com/office/powerpoint/2010/main" val="19106905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AE911D-38A2-E743-63FB-05A5322A6051}"/>
              </a:ext>
            </a:extLst>
          </p:cNvPr>
          <p:cNvSpPr>
            <a:spLocks noGrp="1"/>
          </p:cNvSpPr>
          <p:nvPr>
            <p:ph type="title"/>
          </p:nvPr>
        </p:nvSpPr>
        <p:spPr/>
        <p:txBody>
          <a:bodyPr/>
          <a:lstStyle/>
          <a:p>
            <a:r>
              <a:rPr kumimoji="1" lang="en" altLang="zh-CN" dirty="0"/>
              <a:t>Getting started with Spring for </a:t>
            </a:r>
            <a:r>
              <a:rPr kumimoji="1" lang="en" altLang="zh-CN" dirty="0" err="1"/>
              <a:t>GraphQL</a:t>
            </a:r>
            <a:endParaRPr kumimoji="1" lang="zh-CN" altLang="en-US" dirty="0"/>
          </a:p>
        </p:txBody>
      </p:sp>
      <p:sp>
        <p:nvSpPr>
          <p:cNvPr id="3" name="内容占位符 2">
            <a:extLst>
              <a:ext uri="{FF2B5EF4-FFF2-40B4-BE49-F238E27FC236}">
                <a16:creationId xmlns:a16="http://schemas.microsoft.com/office/drawing/2014/main" id="{8D260853-FFFF-AC78-B7B1-602D6831E18F}"/>
              </a:ext>
            </a:extLst>
          </p:cNvPr>
          <p:cNvSpPr>
            <a:spLocks noGrp="1"/>
          </p:cNvSpPr>
          <p:nvPr>
            <p:ph idx="1"/>
          </p:nvPr>
        </p:nvSpPr>
        <p:spPr/>
        <p:txBody>
          <a:bodyPr/>
          <a:lstStyle/>
          <a:p>
            <a:r>
              <a:rPr lang="en-US" altLang="zh-CN" dirty="0" err="1"/>
              <a:t>Author.java</a:t>
            </a:r>
            <a:endParaRPr lang="en" altLang="zh-CN" dirty="0"/>
          </a:p>
        </p:txBody>
      </p:sp>
      <p:sp>
        <p:nvSpPr>
          <p:cNvPr id="4" name="灯片编号占位符 3">
            <a:extLst>
              <a:ext uri="{FF2B5EF4-FFF2-40B4-BE49-F238E27FC236}">
                <a16:creationId xmlns:a16="http://schemas.microsoft.com/office/drawing/2014/main" id="{79B77F06-AFCD-AE85-96E7-8FBC31BDA69A}"/>
              </a:ext>
            </a:extLst>
          </p:cNvPr>
          <p:cNvSpPr>
            <a:spLocks noGrp="1"/>
          </p:cNvSpPr>
          <p:nvPr>
            <p:ph type="sldNum" sz="quarter" idx="12"/>
          </p:nvPr>
        </p:nvSpPr>
        <p:spPr/>
        <p:txBody>
          <a:bodyPr/>
          <a:lstStyle/>
          <a:p>
            <a:fld id="{CB818ED7-1FAF-4BEC-A906-EB6564C334EB}" type="slidenum">
              <a:rPr lang="zh-CN" altLang="en-US" smtClean="0"/>
              <a:pPr/>
              <a:t>19</a:t>
            </a:fld>
            <a:endParaRPr lang="zh-CN" altLang="en-US" dirty="0"/>
          </a:p>
        </p:txBody>
      </p:sp>
      <p:sp>
        <p:nvSpPr>
          <p:cNvPr id="6" name="文本框 5">
            <a:extLst>
              <a:ext uri="{FF2B5EF4-FFF2-40B4-BE49-F238E27FC236}">
                <a16:creationId xmlns:a16="http://schemas.microsoft.com/office/drawing/2014/main" id="{BE67E055-A255-B5DC-0B12-3A49FDC25F4B}"/>
              </a:ext>
            </a:extLst>
          </p:cNvPr>
          <p:cNvSpPr txBox="1"/>
          <p:nvPr/>
        </p:nvSpPr>
        <p:spPr>
          <a:xfrm>
            <a:off x="1403648" y="959129"/>
            <a:ext cx="7884368" cy="4031873"/>
          </a:xfrm>
          <a:prstGeom prst="rect">
            <a:avLst/>
          </a:prstGeom>
          <a:noFill/>
        </p:spPr>
        <p:txBody>
          <a:bodyPr wrap="square">
            <a:spAutoFit/>
          </a:bodyPr>
          <a:lstStyle/>
          <a:p>
            <a:br>
              <a:rPr lang="en" altLang="zh-CN" sz="1100" dirty="0">
                <a:solidFill>
                  <a:srgbClr val="080808"/>
                </a:solidFill>
                <a:effectLst/>
                <a:latin typeface="JetBrains Mono"/>
              </a:rPr>
            </a:br>
            <a:br>
              <a:rPr lang="en" altLang="zh-CN" sz="1100" dirty="0">
                <a:solidFill>
                  <a:srgbClr val="080808"/>
                </a:solidFill>
                <a:effectLst/>
                <a:latin typeface="JetBrains Mono"/>
              </a:rPr>
            </a:br>
            <a:r>
              <a:rPr lang="en" altLang="zh-CN" sz="1400" dirty="0">
                <a:solidFill>
                  <a:srgbClr val="0033B3"/>
                </a:solidFill>
                <a:effectLst/>
                <a:latin typeface="JetBrains Mono"/>
              </a:rPr>
              <a:t>public record </a:t>
            </a:r>
            <a:r>
              <a:rPr lang="en" altLang="zh-CN" sz="1400" dirty="0">
                <a:solidFill>
                  <a:srgbClr val="000000"/>
                </a:solidFill>
                <a:effectLst/>
                <a:latin typeface="JetBrains Mono"/>
              </a:rPr>
              <a:t>Author </a:t>
            </a:r>
            <a:r>
              <a:rPr lang="en" altLang="zh-CN" sz="1400" dirty="0">
                <a:solidFill>
                  <a:srgbClr val="080808"/>
                </a:solidFill>
                <a:effectLst/>
                <a:latin typeface="JetBrains Mono"/>
              </a:rPr>
              <a:t>(</a:t>
            </a:r>
            <a:r>
              <a:rPr lang="en" altLang="zh-CN" sz="1400" dirty="0">
                <a:solidFill>
                  <a:srgbClr val="000000"/>
                </a:solidFill>
                <a:effectLst/>
                <a:latin typeface="JetBrains Mono"/>
              </a:rPr>
              <a:t>String </a:t>
            </a:r>
            <a:r>
              <a:rPr lang="en" altLang="zh-CN" sz="1400" dirty="0">
                <a:solidFill>
                  <a:srgbClr val="080808"/>
                </a:solidFill>
                <a:effectLst/>
                <a:latin typeface="JetBrains Mono"/>
              </a:rPr>
              <a:t>id, </a:t>
            </a:r>
            <a:r>
              <a:rPr lang="en" altLang="zh-CN" sz="1400" dirty="0">
                <a:solidFill>
                  <a:srgbClr val="000000"/>
                </a:solidFill>
                <a:effectLst/>
                <a:latin typeface="JetBrains Mono"/>
              </a:rPr>
              <a:t>String </a:t>
            </a:r>
            <a:r>
              <a:rPr lang="en" altLang="zh-CN" sz="1400" dirty="0" err="1">
                <a:solidFill>
                  <a:srgbClr val="080808"/>
                </a:solidFill>
                <a:effectLst/>
                <a:latin typeface="JetBrains Mono"/>
              </a:rPr>
              <a:t>firstName</a:t>
            </a:r>
            <a:r>
              <a:rPr lang="en" altLang="zh-CN" sz="1400" dirty="0">
                <a:solidFill>
                  <a:srgbClr val="080808"/>
                </a:solidFill>
                <a:effectLst/>
                <a:latin typeface="JetBrains Mono"/>
              </a:rPr>
              <a:t>, </a:t>
            </a:r>
            <a:r>
              <a:rPr lang="en" altLang="zh-CN" sz="1400" dirty="0">
                <a:solidFill>
                  <a:srgbClr val="000000"/>
                </a:solidFill>
                <a:effectLst/>
                <a:latin typeface="JetBrains Mono"/>
              </a:rPr>
              <a:t>String </a:t>
            </a:r>
            <a:r>
              <a:rPr lang="en" altLang="zh-CN" sz="1400" dirty="0" err="1">
                <a:solidFill>
                  <a:srgbClr val="080808"/>
                </a:solidFill>
                <a:effectLst/>
                <a:latin typeface="JetBrains Mono"/>
              </a:rPr>
              <a:t>lastName</a:t>
            </a:r>
            <a:r>
              <a:rPr lang="en" altLang="zh-CN" sz="1400" dirty="0">
                <a:solidFill>
                  <a:srgbClr val="080808"/>
                </a:solidFill>
                <a:effectLst/>
                <a:latin typeface="JetBrains Mono"/>
              </a:rPr>
              <a:t>) {</a:t>
            </a:r>
            <a:br>
              <a:rPr lang="en" altLang="zh-CN" sz="1400" dirty="0">
                <a:solidFill>
                  <a:srgbClr val="080808"/>
                </a:solidFill>
                <a:effectLst/>
                <a:latin typeface="JetBrains Mono"/>
              </a:rPr>
            </a:b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private static </a:t>
            </a:r>
            <a:r>
              <a:rPr lang="en" altLang="zh-CN" sz="1400" dirty="0">
                <a:solidFill>
                  <a:srgbClr val="000000"/>
                </a:solidFill>
                <a:effectLst/>
                <a:latin typeface="JetBrains Mono"/>
              </a:rPr>
              <a:t>List</a:t>
            </a:r>
            <a:r>
              <a:rPr lang="en" altLang="zh-CN" sz="1400" dirty="0">
                <a:solidFill>
                  <a:srgbClr val="080808"/>
                </a:solidFill>
                <a:effectLst/>
                <a:latin typeface="JetBrains Mono"/>
              </a:rPr>
              <a:t>&lt;</a:t>
            </a:r>
            <a:r>
              <a:rPr lang="en" altLang="zh-CN" sz="1400" dirty="0">
                <a:solidFill>
                  <a:srgbClr val="000000"/>
                </a:solidFill>
                <a:effectLst/>
                <a:latin typeface="JetBrains Mono"/>
              </a:rPr>
              <a:t>Author</a:t>
            </a:r>
            <a:r>
              <a:rPr lang="en" altLang="zh-CN" sz="1400" dirty="0">
                <a:solidFill>
                  <a:srgbClr val="080808"/>
                </a:solidFill>
                <a:effectLst/>
                <a:latin typeface="JetBrains Mono"/>
              </a:rPr>
              <a:t>&gt; </a:t>
            </a:r>
            <a:r>
              <a:rPr lang="en" altLang="zh-CN" sz="1400" i="1" dirty="0">
                <a:solidFill>
                  <a:srgbClr val="871094"/>
                </a:solidFill>
                <a:effectLst/>
                <a:latin typeface="JetBrains Mono"/>
              </a:rPr>
              <a:t>authors </a:t>
            </a:r>
            <a:r>
              <a:rPr lang="en" altLang="zh-CN" sz="1400" dirty="0">
                <a:solidFill>
                  <a:srgbClr val="080808"/>
                </a:solidFill>
                <a:effectLst/>
                <a:latin typeface="JetBrains Mono"/>
              </a:rPr>
              <a:t>= </a:t>
            </a:r>
            <a:r>
              <a:rPr lang="en" altLang="zh-CN" sz="1400" dirty="0" err="1">
                <a:solidFill>
                  <a:srgbClr val="000000"/>
                </a:solidFill>
                <a:effectLst/>
                <a:latin typeface="JetBrains Mono"/>
              </a:rPr>
              <a:t>Arrays</a:t>
            </a:r>
            <a:r>
              <a:rPr lang="en" altLang="zh-CN" sz="1400" dirty="0" err="1">
                <a:solidFill>
                  <a:srgbClr val="080808"/>
                </a:solidFill>
                <a:effectLst/>
                <a:latin typeface="JetBrains Mono"/>
              </a:rPr>
              <a:t>.</a:t>
            </a:r>
            <a:r>
              <a:rPr lang="en" altLang="zh-CN" sz="1400" i="1" dirty="0" err="1">
                <a:solidFill>
                  <a:srgbClr val="080808"/>
                </a:solidFill>
                <a:effectLst/>
                <a:latin typeface="JetBrains Mono"/>
              </a:rPr>
              <a:t>asList</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new </a:t>
            </a:r>
            <a:r>
              <a:rPr lang="en" altLang="zh-CN" sz="1400" dirty="0">
                <a:solidFill>
                  <a:srgbClr val="080808"/>
                </a:solidFill>
                <a:effectLst/>
                <a:latin typeface="JetBrains Mono"/>
              </a:rPr>
              <a:t>Author(</a:t>
            </a:r>
            <a:r>
              <a:rPr lang="en" altLang="zh-CN" sz="1400" dirty="0">
                <a:solidFill>
                  <a:srgbClr val="067D17"/>
                </a:solidFill>
                <a:effectLst/>
                <a:latin typeface="JetBrains Mono"/>
              </a:rPr>
              <a:t>"author-1"</a:t>
            </a:r>
            <a:r>
              <a:rPr lang="en" altLang="zh-CN" sz="1400" dirty="0">
                <a:solidFill>
                  <a:srgbClr val="080808"/>
                </a:solidFill>
                <a:effectLst/>
                <a:latin typeface="JetBrains Mono"/>
              </a:rPr>
              <a:t>, </a:t>
            </a:r>
            <a:r>
              <a:rPr lang="en" altLang="zh-CN" sz="1400" dirty="0">
                <a:solidFill>
                  <a:srgbClr val="067D17"/>
                </a:solidFill>
                <a:effectLst/>
                <a:latin typeface="JetBrains Mono"/>
              </a:rPr>
              <a:t>"Joshua"</a:t>
            </a:r>
            <a:r>
              <a:rPr lang="en" altLang="zh-CN" sz="1400" dirty="0">
                <a:solidFill>
                  <a:srgbClr val="080808"/>
                </a:solidFill>
                <a:effectLst/>
                <a:latin typeface="JetBrains Mono"/>
              </a:rPr>
              <a:t>, </a:t>
            </a:r>
            <a:r>
              <a:rPr lang="en" altLang="zh-CN" sz="1400" dirty="0">
                <a:solidFill>
                  <a:srgbClr val="067D17"/>
                </a:solidFill>
                <a:effectLst/>
                <a:latin typeface="JetBrains Mono"/>
              </a:rPr>
              <a:t>"Bloch"</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new </a:t>
            </a:r>
            <a:r>
              <a:rPr lang="en" altLang="zh-CN" sz="1400" dirty="0">
                <a:solidFill>
                  <a:srgbClr val="080808"/>
                </a:solidFill>
                <a:effectLst/>
                <a:latin typeface="JetBrains Mono"/>
              </a:rPr>
              <a:t>Author(</a:t>
            </a:r>
            <a:r>
              <a:rPr lang="en" altLang="zh-CN" sz="1400" dirty="0">
                <a:solidFill>
                  <a:srgbClr val="067D17"/>
                </a:solidFill>
                <a:effectLst/>
                <a:latin typeface="JetBrains Mono"/>
              </a:rPr>
              <a:t>"author-2"</a:t>
            </a:r>
            <a:r>
              <a:rPr lang="en" altLang="zh-CN" sz="1400" dirty="0">
                <a:solidFill>
                  <a:srgbClr val="080808"/>
                </a:solidFill>
                <a:effectLst/>
                <a:latin typeface="JetBrains Mono"/>
              </a:rPr>
              <a:t>, </a:t>
            </a:r>
            <a:r>
              <a:rPr lang="en" altLang="zh-CN" sz="1400" dirty="0">
                <a:solidFill>
                  <a:srgbClr val="067D17"/>
                </a:solidFill>
                <a:effectLst/>
                <a:latin typeface="JetBrains Mono"/>
              </a:rPr>
              <a:t>"Douglas"</a:t>
            </a:r>
            <a:r>
              <a:rPr lang="en" altLang="zh-CN" sz="1400" dirty="0">
                <a:solidFill>
                  <a:srgbClr val="080808"/>
                </a:solidFill>
                <a:effectLst/>
                <a:latin typeface="JetBrains Mono"/>
              </a:rPr>
              <a:t>, </a:t>
            </a:r>
            <a:r>
              <a:rPr lang="en" altLang="zh-CN" sz="1400" dirty="0">
                <a:solidFill>
                  <a:srgbClr val="067D17"/>
                </a:solidFill>
                <a:effectLst/>
                <a:latin typeface="JetBrains Mono"/>
              </a:rPr>
              <a:t>"Adams"</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new </a:t>
            </a:r>
            <a:r>
              <a:rPr lang="en" altLang="zh-CN" sz="1400" dirty="0">
                <a:solidFill>
                  <a:srgbClr val="080808"/>
                </a:solidFill>
                <a:effectLst/>
                <a:latin typeface="JetBrains Mono"/>
              </a:rPr>
              <a:t>Author(</a:t>
            </a:r>
            <a:r>
              <a:rPr lang="en" altLang="zh-CN" sz="1400" dirty="0">
                <a:solidFill>
                  <a:srgbClr val="067D17"/>
                </a:solidFill>
                <a:effectLst/>
                <a:latin typeface="JetBrains Mono"/>
              </a:rPr>
              <a:t>"author-3"</a:t>
            </a:r>
            <a:r>
              <a:rPr lang="en" altLang="zh-CN" sz="1400" dirty="0">
                <a:solidFill>
                  <a:srgbClr val="080808"/>
                </a:solidFill>
                <a:effectLst/>
                <a:latin typeface="JetBrains Mono"/>
              </a:rPr>
              <a:t>, </a:t>
            </a:r>
            <a:r>
              <a:rPr lang="en" altLang="zh-CN" sz="1400" dirty="0">
                <a:solidFill>
                  <a:srgbClr val="067D17"/>
                </a:solidFill>
                <a:effectLst/>
                <a:latin typeface="JetBrains Mono"/>
              </a:rPr>
              <a:t>"Bill"</a:t>
            </a:r>
            <a:r>
              <a:rPr lang="en" altLang="zh-CN" sz="1400" dirty="0">
                <a:solidFill>
                  <a:srgbClr val="080808"/>
                </a:solidFill>
                <a:effectLst/>
                <a:latin typeface="JetBrains Mono"/>
              </a:rPr>
              <a:t>, </a:t>
            </a:r>
            <a:r>
              <a:rPr lang="en" altLang="zh-CN" sz="1400" dirty="0">
                <a:solidFill>
                  <a:srgbClr val="067D17"/>
                </a:solidFill>
                <a:effectLst/>
                <a:latin typeface="JetBrains Mono"/>
              </a:rPr>
              <a:t>"Bryson"</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br>
              <a:rPr lang="en" altLang="zh-CN" sz="1400" dirty="0">
                <a:solidFill>
                  <a:srgbClr val="080808"/>
                </a:solidFill>
                <a:effectLst/>
                <a:latin typeface="JetBrains Mono"/>
              </a:rPr>
            </a:b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public static </a:t>
            </a:r>
            <a:r>
              <a:rPr lang="en" altLang="zh-CN" sz="1400" dirty="0">
                <a:solidFill>
                  <a:srgbClr val="000000"/>
                </a:solidFill>
                <a:effectLst/>
                <a:latin typeface="JetBrains Mono"/>
              </a:rPr>
              <a:t>Author </a:t>
            </a:r>
            <a:r>
              <a:rPr lang="en" altLang="zh-CN" sz="1400" dirty="0" err="1">
                <a:solidFill>
                  <a:srgbClr val="00627A"/>
                </a:solidFill>
                <a:effectLst/>
                <a:latin typeface="JetBrains Mono"/>
              </a:rPr>
              <a:t>getById</a:t>
            </a:r>
            <a:r>
              <a:rPr lang="en" altLang="zh-CN" sz="1400" dirty="0">
                <a:solidFill>
                  <a:srgbClr val="080808"/>
                </a:solidFill>
                <a:effectLst/>
                <a:latin typeface="JetBrains Mono"/>
              </a:rPr>
              <a:t>(</a:t>
            </a:r>
            <a:r>
              <a:rPr lang="en" altLang="zh-CN" sz="1400" dirty="0">
                <a:solidFill>
                  <a:srgbClr val="000000"/>
                </a:solidFill>
                <a:effectLst/>
                <a:latin typeface="JetBrains Mono"/>
              </a:rPr>
              <a:t>String </a:t>
            </a:r>
            <a:r>
              <a:rPr lang="en" altLang="zh-CN" sz="1400" dirty="0">
                <a:solidFill>
                  <a:srgbClr val="080808"/>
                </a:solidFill>
                <a:effectLst/>
                <a:latin typeface="JetBrains Mono"/>
              </a:rPr>
              <a:t>id) {</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return </a:t>
            </a:r>
            <a:r>
              <a:rPr lang="en" altLang="zh-CN" sz="1400" i="1" dirty="0" err="1">
                <a:solidFill>
                  <a:srgbClr val="871094"/>
                </a:solidFill>
                <a:effectLst/>
                <a:latin typeface="JetBrains Mono"/>
              </a:rPr>
              <a:t>authors</a:t>
            </a:r>
            <a:r>
              <a:rPr lang="en" altLang="zh-CN" sz="1400" dirty="0" err="1">
                <a:solidFill>
                  <a:srgbClr val="080808"/>
                </a:solidFill>
                <a:effectLst/>
                <a:latin typeface="JetBrains Mono"/>
              </a:rPr>
              <a:t>.stream</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.filter(author -&gt; </a:t>
            </a:r>
            <a:r>
              <a:rPr lang="en" altLang="zh-CN" sz="1400" dirty="0" err="1">
                <a:solidFill>
                  <a:srgbClr val="080808"/>
                </a:solidFill>
                <a:effectLst/>
                <a:latin typeface="JetBrains Mono"/>
              </a:rPr>
              <a:t>author.id</a:t>
            </a:r>
            <a:r>
              <a:rPr lang="en" altLang="zh-CN" sz="1400" dirty="0">
                <a:solidFill>
                  <a:srgbClr val="080808"/>
                </a:solidFill>
                <a:effectLst/>
                <a:latin typeface="JetBrains Mono"/>
              </a:rPr>
              <a:t>().equals(</a:t>
            </a:r>
            <a:r>
              <a:rPr lang="en" altLang="zh-CN" sz="1400" dirty="0">
                <a:solidFill>
                  <a:srgbClr val="851691"/>
                </a:solidFill>
                <a:effectLst/>
                <a:latin typeface="JetBrains Mono"/>
              </a:rPr>
              <a:t>id</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err="1">
                <a:solidFill>
                  <a:srgbClr val="080808"/>
                </a:solidFill>
                <a:effectLst/>
                <a:latin typeface="JetBrains Mono"/>
              </a:rPr>
              <a:t>findFirst</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err="1">
                <a:solidFill>
                  <a:srgbClr val="080808"/>
                </a:solidFill>
                <a:effectLst/>
                <a:latin typeface="JetBrains Mono"/>
              </a:rPr>
              <a:t>orElse</a:t>
            </a:r>
            <a:r>
              <a:rPr lang="en" altLang="zh-CN" sz="1400" dirty="0">
                <a:solidFill>
                  <a:srgbClr val="080808"/>
                </a:solidFill>
                <a:effectLst/>
                <a:latin typeface="JetBrains Mono"/>
              </a:rPr>
              <a:t>(</a:t>
            </a:r>
            <a:r>
              <a:rPr lang="en" altLang="zh-CN" sz="1400" dirty="0">
                <a:solidFill>
                  <a:srgbClr val="0033B3"/>
                </a:solidFill>
                <a:effectLst/>
                <a:latin typeface="JetBrains Mono"/>
              </a:rPr>
              <a:t>null</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br>
              <a:rPr lang="en" altLang="zh-CN" sz="1400" dirty="0">
                <a:solidFill>
                  <a:srgbClr val="080808"/>
                </a:solidFill>
                <a:effectLst/>
                <a:latin typeface="JetBrains Mono"/>
              </a:rPr>
            </a:br>
            <a:r>
              <a:rPr lang="en" altLang="zh-CN" sz="1400" dirty="0">
                <a:solidFill>
                  <a:srgbClr val="080808"/>
                </a:solidFill>
                <a:effectLst/>
                <a:latin typeface="JetBrains Mono"/>
              </a:rPr>
              <a:t>}</a:t>
            </a:r>
          </a:p>
          <a:p>
            <a:br>
              <a:rPr lang="en" altLang="zh-CN" sz="1100" dirty="0">
                <a:solidFill>
                  <a:srgbClr val="080808"/>
                </a:solidFill>
                <a:effectLst/>
                <a:latin typeface="JetBrains Mono"/>
              </a:rPr>
            </a:br>
            <a:endParaRPr lang="en" altLang="zh-CN" sz="1100" dirty="0">
              <a:solidFill>
                <a:srgbClr val="080808"/>
              </a:solidFill>
              <a:effectLst/>
              <a:latin typeface="JetBrains Mono"/>
            </a:endParaRPr>
          </a:p>
        </p:txBody>
      </p:sp>
    </p:spTree>
    <p:extLst>
      <p:ext uri="{BB962C8B-B14F-4D97-AF65-F5344CB8AC3E}">
        <p14:creationId xmlns:p14="http://schemas.microsoft.com/office/powerpoint/2010/main" val="17238458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AE911D-38A2-E743-63FB-05A5322A6051}"/>
              </a:ext>
            </a:extLst>
          </p:cNvPr>
          <p:cNvSpPr>
            <a:spLocks noGrp="1"/>
          </p:cNvSpPr>
          <p:nvPr>
            <p:ph type="title"/>
          </p:nvPr>
        </p:nvSpPr>
        <p:spPr/>
        <p:txBody>
          <a:bodyPr/>
          <a:lstStyle/>
          <a:p>
            <a:r>
              <a:rPr kumimoji="1" lang="en" altLang="zh-CN" dirty="0"/>
              <a:t>Getting started with Spring for </a:t>
            </a:r>
            <a:r>
              <a:rPr kumimoji="1" lang="en" altLang="zh-CN" dirty="0" err="1"/>
              <a:t>GraphQL</a:t>
            </a:r>
            <a:endParaRPr kumimoji="1" lang="zh-CN" altLang="en-US" dirty="0"/>
          </a:p>
        </p:txBody>
      </p:sp>
      <p:sp>
        <p:nvSpPr>
          <p:cNvPr id="3" name="内容占位符 2">
            <a:extLst>
              <a:ext uri="{FF2B5EF4-FFF2-40B4-BE49-F238E27FC236}">
                <a16:creationId xmlns:a16="http://schemas.microsoft.com/office/drawing/2014/main" id="{8D260853-FFFF-AC78-B7B1-602D6831E18F}"/>
              </a:ext>
            </a:extLst>
          </p:cNvPr>
          <p:cNvSpPr>
            <a:spLocks noGrp="1"/>
          </p:cNvSpPr>
          <p:nvPr>
            <p:ph idx="1"/>
          </p:nvPr>
        </p:nvSpPr>
        <p:spPr/>
        <p:txBody>
          <a:bodyPr/>
          <a:lstStyle/>
          <a:p>
            <a:r>
              <a:rPr lang="en-US" altLang="zh-CN" dirty="0" err="1"/>
              <a:t>BookController.java</a:t>
            </a:r>
            <a:endParaRPr lang="en" altLang="zh-CN" dirty="0"/>
          </a:p>
        </p:txBody>
      </p:sp>
      <p:sp>
        <p:nvSpPr>
          <p:cNvPr id="4" name="灯片编号占位符 3">
            <a:extLst>
              <a:ext uri="{FF2B5EF4-FFF2-40B4-BE49-F238E27FC236}">
                <a16:creationId xmlns:a16="http://schemas.microsoft.com/office/drawing/2014/main" id="{79B77F06-AFCD-AE85-96E7-8FBC31BDA69A}"/>
              </a:ext>
            </a:extLst>
          </p:cNvPr>
          <p:cNvSpPr>
            <a:spLocks noGrp="1"/>
          </p:cNvSpPr>
          <p:nvPr>
            <p:ph type="sldNum" sz="quarter" idx="12"/>
          </p:nvPr>
        </p:nvSpPr>
        <p:spPr/>
        <p:txBody>
          <a:bodyPr/>
          <a:lstStyle/>
          <a:p>
            <a:fld id="{CB818ED7-1FAF-4BEC-A906-EB6564C334EB}" type="slidenum">
              <a:rPr lang="zh-CN" altLang="en-US" smtClean="0"/>
              <a:pPr/>
              <a:t>20</a:t>
            </a:fld>
            <a:endParaRPr lang="zh-CN" altLang="en-US" dirty="0"/>
          </a:p>
        </p:txBody>
      </p:sp>
      <p:sp>
        <p:nvSpPr>
          <p:cNvPr id="6" name="文本框 5">
            <a:extLst>
              <a:ext uri="{FF2B5EF4-FFF2-40B4-BE49-F238E27FC236}">
                <a16:creationId xmlns:a16="http://schemas.microsoft.com/office/drawing/2014/main" id="{BE67E055-A255-B5DC-0B12-3A49FDC25F4B}"/>
              </a:ext>
            </a:extLst>
          </p:cNvPr>
          <p:cNvSpPr txBox="1"/>
          <p:nvPr/>
        </p:nvSpPr>
        <p:spPr>
          <a:xfrm>
            <a:off x="2051720" y="987574"/>
            <a:ext cx="4320480" cy="3493264"/>
          </a:xfrm>
          <a:prstGeom prst="rect">
            <a:avLst/>
          </a:prstGeom>
          <a:noFill/>
        </p:spPr>
        <p:txBody>
          <a:bodyPr wrap="square">
            <a:spAutoFit/>
          </a:bodyPr>
          <a:lstStyle/>
          <a:p>
            <a:br>
              <a:rPr lang="en" altLang="zh-CN" sz="1000" dirty="0">
                <a:solidFill>
                  <a:srgbClr val="080808"/>
                </a:solidFill>
                <a:effectLst/>
                <a:latin typeface="JetBrains Mono"/>
              </a:rPr>
            </a:br>
            <a:br>
              <a:rPr lang="en" altLang="zh-CN" sz="1000" dirty="0">
                <a:solidFill>
                  <a:srgbClr val="080808"/>
                </a:solidFill>
                <a:effectLst/>
                <a:latin typeface="JetBrains Mono"/>
              </a:rPr>
            </a:br>
            <a:r>
              <a:rPr lang="en" altLang="zh-CN" sz="1400" dirty="0">
                <a:solidFill>
                  <a:srgbClr val="9E880D"/>
                </a:solidFill>
                <a:effectLst/>
                <a:latin typeface="JetBrains Mono"/>
              </a:rPr>
              <a:t>@Controller</a:t>
            </a:r>
            <a:br>
              <a:rPr lang="en" altLang="zh-CN" sz="1400" dirty="0">
                <a:solidFill>
                  <a:srgbClr val="9E880D"/>
                </a:solidFill>
                <a:effectLst/>
                <a:latin typeface="JetBrains Mono"/>
              </a:rPr>
            </a:br>
            <a:r>
              <a:rPr lang="en" altLang="zh-CN" sz="1400" dirty="0">
                <a:solidFill>
                  <a:srgbClr val="0033B3"/>
                </a:solidFill>
                <a:effectLst/>
                <a:latin typeface="JetBrains Mono"/>
              </a:rPr>
              <a:t>public class </a:t>
            </a:r>
            <a:r>
              <a:rPr lang="en" altLang="zh-CN" sz="1400" dirty="0" err="1">
                <a:solidFill>
                  <a:srgbClr val="000000"/>
                </a:solidFill>
                <a:effectLst/>
                <a:latin typeface="JetBrains Mono"/>
              </a:rPr>
              <a:t>BookController</a:t>
            </a:r>
            <a:r>
              <a:rPr lang="en" altLang="zh-CN" sz="1400" dirty="0">
                <a:solidFill>
                  <a:srgbClr val="000000"/>
                </a:solidFill>
                <a:effectLst/>
                <a:latin typeface="JetBrains Mono"/>
              </a:rPr>
              <a:t> </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9E880D"/>
                </a:solidFill>
                <a:effectLst/>
                <a:latin typeface="JetBrains Mono"/>
              </a:rPr>
              <a:t>@</a:t>
            </a:r>
            <a:r>
              <a:rPr lang="en" altLang="zh-CN" sz="1400" dirty="0" err="1">
                <a:solidFill>
                  <a:srgbClr val="9E880D"/>
                </a:solidFill>
                <a:effectLst/>
                <a:latin typeface="JetBrains Mono"/>
              </a:rPr>
              <a:t>QueryMapping</a:t>
            </a:r>
            <a:br>
              <a:rPr lang="en" altLang="zh-CN" sz="1400" dirty="0">
                <a:solidFill>
                  <a:srgbClr val="9E880D"/>
                </a:solidFill>
                <a:effectLst/>
                <a:latin typeface="JetBrains Mono"/>
              </a:rPr>
            </a:br>
            <a:r>
              <a:rPr lang="en" altLang="zh-CN" sz="1400" dirty="0">
                <a:solidFill>
                  <a:srgbClr val="9E880D"/>
                </a:solidFill>
                <a:effectLst/>
                <a:latin typeface="JetBrains Mono"/>
              </a:rPr>
              <a:t>    </a:t>
            </a:r>
            <a:r>
              <a:rPr lang="en" altLang="zh-CN" sz="1400" dirty="0">
                <a:solidFill>
                  <a:srgbClr val="0033B3"/>
                </a:solidFill>
                <a:effectLst/>
                <a:latin typeface="JetBrains Mono"/>
              </a:rPr>
              <a:t>public </a:t>
            </a:r>
            <a:r>
              <a:rPr lang="en" altLang="zh-CN" sz="1400" dirty="0">
                <a:solidFill>
                  <a:srgbClr val="000000"/>
                </a:solidFill>
                <a:effectLst/>
                <a:latin typeface="JetBrains Mono"/>
              </a:rPr>
              <a:t>Book </a:t>
            </a:r>
            <a:r>
              <a:rPr lang="en" altLang="zh-CN" sz="1400" dirty="0" err="1">
                <a:solidFill>
                  <a:srgbClr val="00627A"/>
                </a:solidFill>
                <a:effectLst/>
                <a:latin typeface="JetBrains Mono"/>
              </a:rPr>
              <a:t>bookById</a:t>
            </a:r>
            <a:r>
              <a:rPr lang="en" altLang="zh-CN" sz="1400" dirty="0">
                <a:solidFill>
                  <a:srgbClr val="080808"/>
                </a:solidFill>
                <a:effectLst/>
                <a:latin typeface="JetBrains Mono"/>
              </a:rPr>
              <a:t>(</a:t>
            </a:r>
            <a:r>
              <a:rPr lang="en" altLang="zh-CN" sz="1400" dirty="0">
                <a:solidFill>
                  <a:srgbClr val="9E880D"/>
                </a:solidFill>
                <a:effectLst/>
                <a:latin typeface="JetBrains Mono"/>
              </a:rPr>
              <a:t>@Argument </a:t>
            </a:r>
            <a:r>
              <a:rPr lang="en" altLang="zh-CN" sz="1400" dirty="0">
                <a:solidFill>
                  <a:srgbClr val="000000"/>
                </a:solidFill>
                <a:effectLst/>
                <a:latin typeface="JetBrains Mono"/>
              </a:rPr>
              <a:t>String </a:t>
            </a:r>
            <a:r>
              <a:rPr lang="en" altLang="zh-CN" sz="1400" dirty="0">
                <a:solidFill>
                  <a:srgbClr val="080808"/>
                </a:solidFill>
                <a:effectLst/>
                <a:latin typeface="JetBrains Mono"/>
              </a:rPr>
              <a:t>id) {</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return </a:t>
            </a:r>
            <a:r>
              <a:rPr lang="en" altLang="zh-CN" sz="1400" dirty="0" err="1">
                <a:solidFill>
                  <a:srgbClr val="000000"/>
                </a:solidFill>
                <a:effectLst/>
                <a:latin typeface="JetBrains Mono"/>
              </a:rPr>
              <a:t>Book</a:t>
            </a:r>
            <a:r>
              <a:rPr lang="en" altLang="zh-CN" sz="1400" dirty="0" err="1">
                <a:solidFill>
                  <a:srgbClr val="080808"/>
                </a:solidFill>
                <a:effectLst/>
                <a:latin typeface="JetBrains Mono"/>
              </a:rPr>
              <a:t>.</a:t>
            </a:r>
            <a:r>
              <a:rPr lang="en" altLang="zh-CN" sz="1400" i="1" dirty="0" err="1">
                <a:solidFill>
                  <a:srgbClr val="080808"/>
                </a:solidFill>
                <a:effectLst/>
                <a:latin typeface="JetBrains Mono"/>
              </a:rPr>
              <a:t>getById</a:t>
            </a:r>
            <a:r>
              <a:rPr lang="en" altLang="zh-CN" sz="1400" dirty="0">
                <a:solidFill>
                  <a:srgbClr val="080808"/>
                </a:solidFill>
                <a:effectLst/>
                <a:latin typeface="JetBrains Mono"/>
              </a:rPr>
              <a:t>(id);</a:t>
            </a:r>
            <a:br>
              <a:rPr lang="en" altLang="zh-CN" sz="1400" dirty="0">
                <a:solidFill>
                  <a:srgbClr val="080808"/>
                </a:solidFill>
                <a:effectLst/>
                <a:latin typeface="JetBrains Mono"/>
              </a:rPr>
            </a:br>
            <a:r>
              <a:rPr lang="en" altLang="zh-CN" sz="1400" dirty="0">
                <a:solidFill>
                  <a:srgbClr val="080808"/>
                </a:solidFill>
                <a:effectLst/>
                <a:latin typeface="JetBrains Mono"/>
              </a:rPr>
              <a:t>    }</a:t>
            </a:r>
            <a:br>
              <a:rPr lang="en" altLang="zh-CN" sz="1400" dirty="0">
                <a:solidFill>
                  <a:srgbClr val="080808"/>
                </a:solidFill>
                <a:effectLst/>
                <a:latin typeface="JetBrains Mono"/>
              </a:rPr>
            </a:b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9E880D"/>
                </a:solidFill>
                <a:effectLst/>
                <a:latin typeface="JetBrains Mono"/>
              </a:rPr>
              <a:t>@</a:t>
            </a:r>
            <a:r>
              <a:rPr lang="en" altLang="zh-CN" sz="1400" dirty="0" err="1">
                <a:solidFill>
                  <a:srgbClr val="9E880D"/>
                </a:solidFill>
                <a:effectLst/>
                <a:latin typeface="JetBrains Mono"/>
              </a:rPr>
              <a:t>SchemaMapping</a:t>
            </a:r>
            <a:br>
              <a:rPr lang="en" altLang="zh-CN" sz="1400" dirty="0">
                <a:solidFill>
                  <a:srgbClr val="9E880D"/>
                </a:solidFill>
                <a:effectLst/>
                <a:latin typeface="JetBrains Mono"/>
              </a:rPr>
            </a:br>
            <a:r>
              <a:rPr lang="en" altLang="zh-CN" sz="1400" dirty="0">
                <a:solidFill>
                  <a:srgbClr val="9E880D"/>
                </a:solidFill>
                <a:effectLst/>
                <a:latin typeface="JetBrains Mono"/>
              </a:rPr>
              <a:t>    </a:t>
            </a:r>
            <a:r>
              <a:rPr lang="en" altLang="zh-CN" sz="1400" dirty="0">
                <a:solidFill>
                  <a:srgbClr val="0033B3"/>
                </a:solidFill>
                <a:effectLst/>
                <a:latin typeface="JetBrains Mono"/>
              </a:rPr>
              <a:t>public </a:t>
            </a:r>
            <a:r>
              <a:rPr lang="en" altLang="zh-CN" sz="1400" dirty="0">
                <a:solidFill>
                  <a:srgbClr val="000000"/>
                </a:solidFill>
                <a:effectLst/>
                <a:latin typeface="JetBrains Mono"/>
              </a:rPr>
              <a:t>Author </a:t>
            </a:r>
            <a:r>
              <a:rPr lang="en" altLang="zh-CN" sz="1400" dirty="0">
                <a:solidFill>
                  <a:srgbClr val="00627A"/>
                </a:solidFill>
                <a:effectLst/>
                <a:latin typeface="JetBrains Mono"/>
              </a:rPr>
              <a:t>author</a:t>
            </a:r>
            <a:r>
              <a:rPr lang="en" altLang="zh-CN" sz="1400" dirty="0">
                <a:solidFill>
                  <a:srgbClr val="080808"/>
                </a:solidFill>
                <a:effectLst/>
                <a:latin typeface="JetBrains Mono"/>
              </a:rPr>
              <a:t>(</a:t>
            </a:r>
            <a:r>
              <a:rPr lang="en" altLang="zh-CN" sz="1400" dirty="0">
                <a:solidFill>
                  <a:srgbClr val="000000"/>
                </a:solidFill>
                <a:effectLst/>
                <a:latin typeface="JetBrains Mono"/>
              </a:rPr>
              <a:t>Book </a:t>
            </a:r>
            <a:r>
              <a:rPr lang="en" altLang="zh-CN" sz="1400" dirty="0">
                <a:solidFill>
                  <a:srgbClr val="080808"/>
                </a:solidFill>
                <a:effectLst/>
                <a:latin typeface="JetBrains Mono"/>
              </a:rPr>
              <a:t>book) {</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return </a:t>
            </a:r>
            <a:r>
              <a:rPr lang="en" altLang="zh-CN" sz="1400" dirty="0" err="1">
                <a:solidFill>
                  <a:srgbClr val="000000"/>
                </a:solidFill>
                <a:effectLst/>
                <a:latin typeface="JetBrains Mono"/>
              </a:rPr>
              <a:t>Author</a:t>
            </a:r>
            <a:r>
              <a:rPr lang="en" altLang="zh-CN" sz="1400" dirty="0" err="1">
                <a:solidFill>
                  <a:srgbClr val="080808"/>
                </a:solidFill>
                <a:effectLst/>
                <a:latin typeface="JetBrains Mono"/>
              </a:rPr>
              <a:t>.</a:t>
            </a:r>
            <a:r>
              <a:rPr lang="en" altLang="zh-CN" sz="1400" i="1" dirty="0" err="1">
                <a:solidFill>
                  <a:srgbClr val="080808"/>
                </a:solidFill>
                <a:effectLst/>
                <a:latin typeface="JetBrains Mono"/>
              </a:rPr>
              <a:t>getById</a:t>
            </a:r>
            <a:r>
              <a:rPr lang="en" altLang="zh-CN" sz="1400" dirty="0">
                <a:solidFill>
                  <a:srgbClr val="080808"/>
                </a:solidFill>
                <a:effectLst/>
                <a:latin typeface="JetBrains Mono"/>
              </a:rPr>
              <a:t>(</a:t>
            </a:r>
            <a:r>
              <a:rPr lang="en" altLang="zh-CN" sz="1400" dirty="0" err="1">
                <a:solidFill>
                  <a:srgbClr val="080808"/>
                </a:solidFill>
                <a:effectLst/>
                <a:latin typeface="JetBrains Mono"/>
              </a:rPr>
              <a:t>book.authorId</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br>
              <a:rPr lang="en" altLang="zh-CN" sz="1400" dirty="0">
                <a:solidFill>
                  <a:srgbClr val="080808"/>
                </a:solidFill>
                <a:effectLst/>
                <a:latin typeface="JetBrains Mono"/>
              </a:rPr>
            </a:br>
            <a:r>
              <a:rPr lang="en" altLang="zh-CN" sz="1400" dirty="0">
                <a:solidFill>
                  <a:srgbClr val="080808"/>
                </a:solidFill>
                <a:effectLst/>
                <a:latin typeface="JetBrains Mono"/>
              </a:rPr>
              <a:t>}</a:t>
            </a:r>
          </a:p>
          <a:p>
            <a:endParaRPr lang="en" altLang="zh-CN" sz="1100" dirty="0">
              <a:solidFill>
                <a:srgbClr val="080808"/>
              </a:solidFill>
              <a:effectLst/>
              <a:latin typeface="JetBrains Mono"/>
            </a:endParaRPr>
          </a:p>
          <a:p>
            <a:br>
              <a:rPr lang="en" altLang="zh-CN" sz="1000" dirty="0">
                <a:solidFill>
                  <a:srgbClr val="080808"/>
                </a:solidFill>
                <a:effectLst/>
                <a:latin typeface="JetBrains Mono"/>
              </a:rPr>
            </a:br>
            <a:endParaRPr lang="en" altLang="zh-CN" sz="1000" dirty="0">
              <a:solidFill>
                <a:srgbClr val="080808"/>
              </a:solidFill>
              <a:effectLst/>
              <a:latin typeface="JetBrains Mono"/>
            </a:endParaRPr>
          </a:p>
        </p:txBody>
      </p:sp>
    </p:spTree>
    <p:extLst>
      <p:ext uri="{BB962C8B-B14F-4D97-AF65-F5344CB8AC3E}">
        <p14:creationId xmlns:p14="http://schemas.microsoft.com/office/powerpoint/2010/main" val="2763679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AE911D-38A2-E743-63FB-05A5322A6051}"/>
              </a:ext>
            </a:extLst>
          </p:cNvPr>
          <p:cNvSpPr>
            <a:spLocks noGrp="1"/>
          </p:cNvSpPr>
          <p:nvPr>
            <p:ph type="title"/>
          </p:nvPr>
        </p:nvSpPr>
        <p:spPr/>
        <p:txBody>
          <a:bodyPr/>
          <a:lstStyle/>
          <a:p>
            <a:r>
              <a:rPr kumimoji="1" lang="en" altLang="zh-CN" dirty="0"/>
              <a:t>Getting started with Spring for </a:t>
            </a:r>
            <a:r>
              <a:rPr kumimoji="1" lang="en" altLang="zh-CN" dirty="0" err="1"/>
              <a:t>GraphQL</a:t>
            </a:r>
            <a:endParaRPr kumimoji="1" lang="zh-CN" altLang="en-US" dirty="0"/>
          </a:p>
        </p:txBody>
      </p:sp>
      <p:sp>
        <p:nvSpPr>
          <p:cNvPr id="3" name="内容占位符 2">
            <a:extLst>
              <a:ext uri="{FF2B5EF4-FFF2-40B4-BE49-F238E27FC236}">
                <a16:creationId xmlns:a16="http://schemas.microsoft.com/office/drawing/2014/main" id="{8D260853-FFFF-AC78-B7B1-602D6831E18F}"/>
              </a:ext>
            </a:extLst>
          </p:cNvPr>
          <p:cNvSpPr>
            <a:spLocks noGrp="1"/>
          </p:cNvSpPr>
          <p:nvPr>
            <p:ph idx="1"/>
          </p:nvPr>
        </p:nvSpPr>
        <p:spPr/>
        <p:txBody>
          <a:bodyPr/>
          <a:lstStyle/>
          <a:p>
            <a:r>
              <a:rPr lang="en" altLang="zh-CN" b="0" i="0" u="sng" dirty="0">
                <a:effectLst/>
                <a:hlinkClick r:id="rId2"/>
              </a:rPr>
              <a:t>http://localhost:8080/graphql</a:t>
            </a:r>
            <a:endParaRPr lang="en" altLang="zh-CN" dirty="0"/>
          </a:p>
        </p:txBody>
      </p:sp>
      <p:sp>
        <p:nvSpPr>
          <p:cNvPr id="4" name="灯片编号占位符 3">
            <a:extLst>
              <a:ext uri="{FF2B5EF4-FFF2-40B4-BE49-F238E27FC236}">
                <a16:creationId xmlns:a16="http://schemas.microsoft.com/office/drawing/2014/main" id="{79B77F06-AFCD-AE85-96E7-8FBC31BDA69A}"/>
              </a:ext>
            </a:extLst>
          </p:cNvPr>
          <p:cNvSpPr>
            <a:spLocks noGrp="1"/>
          </p:cNvSpPr>
          <p:nvPr>
            <p:ph type="sldNum" sz="quarter" idx="12"/>
          </p:nvPr>
        </p:nvSpPr>
        <p:spPr/>
        <p:txBody>
          <a:bodyPr/>
          <a:lstStyle/>
          <a:p>
            <a:fld id="{CB818ED7-1FAF-4BEC-A906-EB6564C334EB}" type="slidenum">
              <a:rPr lang="zh-CN" altLang="en-US" smtClean="0"/>
              <a:pPr/>
              <a:t>21</a:t>
            </a:fld>
            <a:endParaRPr lang="zh-CN" altLang="en-US" dirty="0"/>
          </a:p>
        </p:txBody>
      </p:sp>
      <p:pic>
        <p:nvPicPr>
          <p:cNvPr id="1026" name="Picture 2" descr="GraphQL response">
            <a:extLst>
              <a:ext uri="{FF2B5EF4-FFF2-40B4-BE49-F238E27FC236}">
                <a16:creationId xmlns:a16="http://schemas.microsoft.com/office/drawing/2014/main" id="{45CE7338-CADF-DD0C-1C7A-9472527FDE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0710" y="1363357"/>
            <a:ext cx="6082580" cy="34226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22336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7D4B0D-40FE-ACEB-BA35-8AEB0F9BE717}"/>
              </a:ext>
            </a:extLst>
          </p:cNvPr>
          <p:cNvSpPr>
            <a:spLocks noGrp="1"/>
          </p:cNvSpPr>
          <p:nvPr>
            <p:ph type="title"/>
          </p:nvPr>
        </p:nvSpPr>
        <p:spPr/>
        <p:txBody>
          <a:bodyPr/>
          <a:lstStyle/>
          <a:p>
            <a:r>
              <a:rPr kumimoji="1" lang="en-US" altLang="zh-CN" dirty="0"/>
              <a:t>Sending </a:t>
            </a:r>
            <a:r>
              <a:rPr kumimoji="1" lang="en-US" altLang="zh-CN" dirty="0" err="1"/>
              <a:t>GraphQL</a:t>
            </a:r>
            <a:r>
              <a:rPr kumimoji="1" lang="zh-CN" altLang="en-US" dirty="0"/>
              <a:t> </a:t>
            </a:r>
            <a:r>
              <a:rPr kumimoji="1" lang="en-US" altLang="zh-CN" dirty="0"/>
              <a:t>via Postman</a:t>
            </a:r>
            <a:endParaRPr kumimoji="1" lang="zh-CN" altLang="en-US" dirty="0"/>
          </a:p>
        </p:txBody>
      </p:sp>
      <p:pic>
        <p:nvPicPr>
          <p:cNvPr id="5" name="内容占位符 4">
            <a:extLst>
              <a:ext uri="{FF2B5EF4-FFF2-40B4-BE49-F238E27FC236}">
                <a16:creationId xmlns:a16="http://schemas.microsoft.com/office/drawing/2014/main" id="{9FB50ED2-C93E-DF77-AA52-65665E7BA00C}"/>
              </a:ext>
            </a:extLst>
          </p:cNvPr>
          <p:cNvPicPr>
            <a:picLocks noGrp="1" noChangeAspect="1"/>
          </p:cNvPicPr>
          <p:nvPr>
            <p:ph idx="1"/>
          </p:nvPr>
        </p:nvPicPr>
        <p:blipFill>
          <a:blip r:embed="rId2"/>
          <a:stretch>
            <a:fillRect/>
          </a:stretch>
        </p:blipFill>
        <p:spPr>
          <a:xfrm>
            <a:off x="2195736" y="709864"/>
            <a:ext cx="4752528" cy="4177754"/>
          </a:xfrm>
          <a:prstGeom prst="rect">
            <a:avLst/>
          </a:prstGeom>
        </p:spPr>
      </p:pic>
      <p:sp>
        <p:nvSpPr>
          <p:cNvPr id="4" name="灯片编号占位符 3">
            <a:extLst>
              <a:ext uri="{FF2B5EF4-FFF2-40B4-BE49-F238E27FC236}">
                <a16:creationId xmlns:a16="http://schemas.microsoft.com/office/drawing/2014/main" id="{FD6061D6-1D85-AA22-7CB9-9E1B0238658F}"/>
              </a:ext>
            </a:extLst>
          </p:cNvPr>
          <p:cNvSpPr>
            <a:spLocks noGrp="1"/>
          </p:cNvSpPr>
          <p:nvPr>
            <p:ph type="sldNum" sz="quarter" idx="12"/>
          </p:nvPr>
        </p:nvSpPr>
        <p:spPr/>
        <p:txBody>
          <a:bodyPr/>
          <a:lstStyle/>
          <a:p>
            <a:fld id="{CB818ED7-1FAF-4BEC-A906-EB6564C334EB}" type="slidenum">
              <a:rPr lang="zh-CN" altLang="en-US" smtClean="0"/>
              <a:pPr/>
              <a:t>22</a:t>
            </a:fld>
            <a:endParaRPr lang="zh-CN" altLang="en-US" dirty="0"/>
          </a:p>
        </p:txBody>
      </p:sp>
    </p:spTree>
    <p:extLst>
      <p:ext uri="{BB962C8B-B14F-4D97-AF65-F5344CB8AC3E}">
        <p14:creationId xmlns:p14="http://schemas.microsoft.com/office/powerpoint/2010/main" val="18700675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7D4B0D-40FE-ACEB-BA35-8AEB0F9BE717}"/>
              </a:ext>
            </a:extLst>
          </p:cNvPr>
          <p:cNvSpPr>
            <a:spLocks noGrp="1"/>
          </p:cNvSpPr>
          <p:nvPr>
            <p:ph type="title"/>
          </p:nvPr>
        </p:nvSpPr>
        <p:spPr/>
        <p:txBody>
          <a:bodyPr/>
          <a:lstStyle/>
          <a:p>
            <a:r>
              <a:rPr kumimoji="1" lang="en-US" altLang="zh-CN" dirty="0"/>
              <a:t>Sending </a:t>
            </a:r>
            <a:r>
              <a:rPr kumimoji="1" lang="en-US" altLang="zh-CN" dirty="0" err="1"/>
              <a:t>GraphQL</a:t>
            </a:r>
            <a:r>
              <a:rPr kumimoji="1" lang="zh-CN" altLang="en-US" dirty="0"/>
              <a:t> </a:t>
            </a:r>
            <a:r>
              <a:rPr kumimoji="1" lang="en-US" altLang="zh-CN" dirty="0"/>
              <a:t>via Postman</a:t>
            </a:r>
            <a:endParaRPr kumimoji="1" lang="zh-CN" altLang="en-US" dirty="0"/>
          </a:p>
        </p:txBody>
      </p:sp>
      <p:sp>
        <p:nvSpPr>
          <p:cNvPr id="4" name="灯片编号占位符 3">
            <a:extLst>
              <a:ext uri="{FF2B5EF4-FFF2-40B4-BE49-F238E27FC236}">
                <a16:creationId xmlns:a16="http://schemas.microsoft.com/office/drawing/2014/main" id="{FD6061D6-1D85-AA22-7CB9-9E1B0238658F}"/>
              </a:ext>
            </a:extLst>
          </p:cNvPr>
          <p:cNvSpPr>
            <a:spLocks noGrp="1"/>
          </p:cNvSpPr>
          <p:nvPr>
            <p:ph type="sldNum" sz="quarter" idx="12"/>
          </p:nvPr>
        </p:nvSpPr>
        <p:spPr/>
        <p:txBody>
          <a:bodyPr/>
          <a:lstStyle/>
          <a:p>
            <a:fld id="{CB818ED7-1FAF-4BEC-A906-EB6564C334EB}" type="slidenum">
              <a:rPr lang="zh-CN" altLang="en-US" smtClean="0"/>
              <a:pPr/>
              <a:t>23</a:t>
            </a:fld>
            <a:endParaRPr lang="zh-CN" altLang="en-US" dirty="0"/>
          </a:p>
        </p:txBody>
      </p:sp>
      <p:pic>
        <p:nvPicPr>
          <p:cNvPr id="7" name="图片 6">
            <a:extLst>
              <a:ext uri="{FF2B5EF4-FFF2-40B4-BE49-F238E27FC236}">
                <a16:creationId xmlns:a16="http://schemas.microsoft.com/office/drawing/2014/main" id="{347C675E-D088-46CD-D8DF-9937C4593311}"/>
              </a:ext>
            </a:extLst>
          </p:cNvPr>
          <p:cNvPicPr>
            <a:picLocks noChangeAspect="1"/>
          </p:cNvPicPr>
          <p:nvPr/>
        </p:nvPicPr>
        <p:blipFill>
          <a:blip r:embed="rId3"/>
          <a:stretch>
            <a:fillRect/>
          </a:stretch>
        </p:blipFill>
        <p:spPr>
          <a:xfrm>
            <a:off x="2042533" y="763958"/>
            <a:ext cx="5058933" cy="4379542"/>
          </a:xfrm>
          <a:prstGeom prst="rect">
            <a:avLst/>
          </a:prstGeom>
        </p:spPr>
      </p:pic>
    </p:spTree>
    <p:extLst>
      <p:ext uri="{BB962C8B-B14F-4D97-AF65-F5344CB8AC3E}">
        <p14:creationId xmlns:p14="http://schemas.microsoft.com/office/powerpoint/2010/main" val="3596354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9076FF-A845-1856-41DD-242E7D0F56C6}"/>
              </a:ext>
            </a:extLst>
          </p:cNvPr>
          <p:cNvSpPr>
            <a:spLocks noGrp="1"/>
          </p:cNvSpPr>
          <p:nvPr>
            <p:ph type="title"/>
          </p:nvPr>
        </p:nvSpPr>
        <p:spPr/>
        <p:txBody>
          <a:bodyPr/>
          <a:lstStyle/>
          <a:p>
            <a:r>
              <a:rPr kumimoji="1" lang="en-US" altLang="zh-CN" dirty="0"/>
              <a:t>References</a:t>
            </a:r>
            <a:endParaRPr kumimoji="1" lang="zh-CN" altLang="en-US" dirty="0"/>
          </a:p>
        </p:txBody>
      </p:sp>
      <p:sp>
        <p:nvSpPr>
          <p:cNvPr id="3" name="内容占位符 2">
            <a:extLst>
              <a:ext uri="{FF2B5EF4-FFF2-40B4-BE49-F238E27FC236}">
                <a16:creationId xmlns:a16="http://schemas.microsoft.com/office/drawing/2014/main" id="{3403EE8C-15E6-37AD-5B9C-EECBDC4B0B51}"/>
              </a:ext>
            </a:extLst>
          </p:cNvPr>
          <p:cNvSpPr>
            <a:spLocks noGrp="1"/>
          </p:cNvSpPr>
          <p:nvPr>
            <p:ph idx="1"/>
          </p:nvPr>
        </p:nvSpPr>
        <p:spPr/>
        <p:txBody>
          <a:bodyPr/>
          <a:lstStyle/>
          <a:p>
            <a:r>
              <a:rPr kumimoji="1" lang="en" altLang="zh-CN" dirty="0" err="1"/>
              <a:t>GraphQL</a:t>
            </a:r>
            <a:endParaRPr kumimoji="1" lang="en" altLang="zh-CN" dirty="0"/>
          </a:p>
          <a:p>
            <a:pPr lvl="1"/>
            <a:r>
              <a:rPr kumimoji="1" lang="en" altLang="zh-CN" dirty="0">
                <a:hlinkClick r:id="rId2"/>
              </a:rPr>
              <a:t>https://graphql.org/</a:t>
            </a:r>
            <a:endParaRPr kumimoji="1" lang="en" altLang="zh-CN" dirty="0"/>
          </a:p>
          <a:p>
            <a:r>
              <a:rPr kumimoji="1" lang="en" altLang="zh-CN" dirty="0"/>
              <a:t>Building a </a:t>
            </a:r>
            <a:r>
              <a:rPr kumimoji="1" lang="en" altLang="zh-CN" dirty="0" err="1"/>
              <a:t>GraphQL</a:t>
            </a:r>
            <a:r>
              <a:rPr kumimoji="1" lang="en" altLang="zh-CN" dirty="0"/>
              <a:t> service</a:t>
            </a:r>
          </a:p>
          <a:p>
            <a:pPr lvl="1"/>
            <a:r>
              <a:rPr kumimoji="1" lang="en" altLang="zh-CN" dirty="0">
                <a:hlinkClick r:id="rId3"/>
              </a:rPr>
              <a:t>https://spring.io/guides/gs/graphql-server/</a:t>
            </a:r>
            <a:r>
              <a:rPr kumimoji="1" lang="en" altLang="zh-CN" dirty="0"/>
              <a:t> </a:t>
            </a:r>
          </a:p>
          <a:p>
            <a:r>
              <a:rPr kumimoji="1" lang="en-US" altLang="zh-CN" dirty="0"/>
              <a:t>Postman</a:t>
            </a:r>
            <a:r>
              <a:rPr kumimoji="1" lang="zh-CN" altLang="en-US" dirty="0"/>
              <a:t>使用 </a:t>
            </a:r>
            <a:r>
              <a:rPr kumimoji="1" lang="en" altLang="zh-CN" dirty="0" err="1"/>
              <a:t>GraphQL</a:t>
            </a:r>
            <a:r>
              <a:rPr kumimoji="1" lang="en" altLang="zh-CN" dirty="0"/>
              <a:t> </a:t>
            </a:r>
            <a:r>
              <a:rPr kumimoji="1" lang="zh-CN" altLang="en-US" dirty="0"/>
              <a:t>查询</a:t>
            </a:r>
            <a:endParaRPr kumimoji="1" lang="en-US" altLang="zh-CN" dirty="0"/>
          </a:p>
          <a:p>
            <a:pPr lvl="1"/>
            <a:r>
              <a:rPr kumimoji="1" lang="en" altLang="zh-CN" dirty="0">
                <a:hlinkClick r:id="rId4"/>
              </a:rPr>
              <a:t>https://postman.org.cn/sending-requests/supported-api-frameworks/graphql/</a:t>
            </a:r>
            <a:r>
              <a:rPr kumimoji="1" lang="zh-CN" altLang="en-US" dirty="0"/>
              <a:t> </a:t>
            </a:r>
            <a:endParaRPr kumimoji="1" lang="en" altLang="zh-CN" dirty="0"/>
          </a:p>
          <a:p>
            <a:endParaRPr kumimoji="1" lang="zh-CN" altLang="en-US" dirty="0"/>
          </a:p>
        </p:txBody>
      </p:sp>
      <p:sp>
        <p:nvSpPr>
          <p:cNvPr id="4" name="灯片编号占位符 3">
            <a:extLst>
              <a:ext uri="{FF2B5EF4-FFF2-40B4-BE49-F238E27FC236}">
                <a16:creationId xmlns:a16="http://schemas.microsoft.com/office/drawing/2014/main" id="{B07795E0-F0ED-B7D7-36F2-B90EB1E76332}"/>
              </a:ext>
            </a:extLst>
          </p:cNvPr>
          <p:cNvSpPr>
            <a:spLocks noGrp="1"/>
          </p:cNvSpPr>
          <p:nvPr>
            <p:ph type="sldNum" sz="quarter" idx="12"/>
          </p:nvPr>
        </p:nvSpPr>
        <p:spPr/>
        <p:txBody>
          <a:bodyPr/>
          <a:lstStyle/>
          <a:p>
            <a:fld id="{CB818ED7-1FAF-4BEC-A906-EB6564C334EB}" type="slidenum">
              <a:rPr lang="zh-CN" altLang="en-US" smtClean="0"/>
              <a:pPr/>
              <a:t>24</a:t>
            </a:fld>
            <a:endParaRPr lang="zh-CN" altLang="en-US" dirty="0"/>
          </a:p>
        </p:txBody>
      </p:sp>
    </p:spTree>
    <p:extLst>
      <p:ext uri="{BB962C8B-B14F-4D97-AF65-F5344CB8AC3E}">
        <p14:creationId xmlns:p14="http://schemas.microsoft.com/office/powerpoint/2010/main" val="30400755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2BFC2-4C49-3707-6870-8403AB7C573D}"/>
            </a:ext>
          </a:extLst>
        </p:cNvPr>
        <p:cNvGrpSpPr/>
        <p:nvPr/>
      </p:nvGrpSpPr>
      <p:grpSpPr>
        <a:xfrm>
          <a:off x="0" y="0"/>
          <a:ext cx="0" cy="0"/>
          <a:chOff x="0" y="0"/>
          <a:chExt cx="0" cy="0"/>
        </a:xfrm>
      </p:grpSpPr>
      <p:sp>
        <p:nvSpPr>
          <p:cNvPr id="3" name="标题 2">
            <a:extLst>
              <a:ext uri="{FF2B5EF4-FFF2-40B4-BE49-F238E27FC236}">
                <a16:creationId xmlns:a16="http://schemas.microsoft.com/office/drawing/2014/main" id="{1172ECAE-110D-6FC1-1FD6-B56DC82FCC6F}"/>
              </a:ext>
            </a:extLst>
          </p:cNvPr>
          <p:cNvSpPr>
            <a:spLocks noGrp="1"/>
          </p:cNvSpPr>
          <p:nvPr>
            <p:ph type="ctrTitle"/>
          </p:nvPr>
        </p:nvSpPr>
        <p:spPr/>
        <p:txBody>
          <a:bodyPr anchor="ctr"/>
          <a:lstStyle/>
          <a:p>
            <a:r>
              <a:rPr lang="en-US" altLang="zh-CN" sz="2400" dirty="0"/>
              <a:t>Architecture of Enterprise Applications 22</a:t>
            </a:r>
            <a:br>
              <a:rPr lang="en-US" altLang="zh-CN" sz="2400" dirty="0"/>
            </a:br>
            <a:r>
              <a:rPr lang="en-US" altLang="zh-CN" sz="2400" dirty="0" err="1"/>
              <a:t>gRPC</a:t>
            </a:r>
            <a:br>
              <a:rPr lang="en-US" altLang="zh-CN" sz="2400" dirty="0"/>
            </a:br>
            <a:endParaRPr lang="zh-CN" altLang="en-US" sz="1350" i="1" dirty="0">
              <a:solidFill>
                <a:schemeClr val="tx1"/>
              </a:solidFill>
              <a:effectLst/>
              <a:latin typeface="Times New Roman" pitchFamily="18" charset="0"/>
              <a:ea typeface="幼圆" pitchFamily="49" charset="-122"/>
              <a:cs typeface="Times New Roman" pitchFamily="18" charset="0"/>
            </a:endParaRPr>
          </a:p>
        </p:txBody>
      </p:sp>
      <p:sp>
        <p:nvSpPr>
          <p:cNvPr id="4" name="副标题 3">
            <a:extLst>
              <a:ext uri="{FF2B5EF4-FFF2-40B4-BE49-F238E27FC236}">
                <a16:creationId xmlns:a16="http://schemas.microsoft.com/office/drawing/2014/main" id="{67AA4AEB-038F-2037-8E4D-2F5DCDB5DA8D}"/>
              </a:ext>
            </a:extLst>
          </p:cNvPr>
          <p:cNvSpPr>
            <a:spLocks noGrp="1"/>
          </p:cNvSpPr>
          <p:nvPr>
            <p:ph type="subTitle" idx="1"/>
          </p:nvPr>
        </p:nvSpPr>
        <p:spPr>
          <a:xfrm>
            <a:off x="2225279" y="2895786"/>
            <a:ext cx="4800600" cy="1836204"/>
          </a:xfrm>
        </p:spPr>
        <p:txBody>
          <a:bodyPr>
            <a:normAutofit/>
          </a:bodyPr>
          <a:lstStyle/>
          <a:p>
            <a:r>
              <a:rPr lang="en-US" altLang="zh-CN" b="1" dirty="0"/>
              <a:t>Haopeng Chen</a:t>
            </a:r>
          </a:p>
          <a:p>
            <a:endParaRPr lang="en-US" altLang="zh-CN" dirty="0"/>
          </a:p>
          <a:p>
            <a:r>
              <a:rPr lang="en-US" altLang="zh-CN" sz="1350" b="1" i="1" dirty="0" err="1"/>
              <a:t>RE</a:t>
            </a:r>
            <a:r>
              <a:rPr lang="en-US" altLang="zh-CN" i="1" dirty="0" err="1"/>
              <a:t>liable</a:t>
            </a:r>
            <a:r>
              <a:rPr lang="en-US" altLang="zh-CN" i="1" dirty="0"/>
              <a:t>, </a:t>
            </a:r>
            <a:r>
              <a:rPr lang="en-US" altLang="zh-CN" sz="1350" b="1" i="1" dirty="0" err="1"/>
              <a:t>IN</a:t>
            </a:r>
            <a:r>
              <a:rPr lang="en-US" altLang="zh-CN" i="1" dirty="0" err="1"/>
              <a:t>telligent</a:t>
            </a:r>
            <a:r>
              <a:rPr lang="en-US" altLang="zh-CN" i="1" dirty="0"/>
              <a:t> and </a:t>
            </a:r>
            <a:r>
              <a:rPr lang="en-US" altLang="zh-CN" sz="1350" b="1" i="1" dirty="0"/>
              <a:t>S</a:t>
            </a:r>
            <a:r>
              <a:rPr lang="en-US" altLang="zh-CN" i="1" dirty="0"/>
              <a:t>calable Systems Group (</a:t>
            </a:r>
            <a:r>
              <a:rPr lang="en-US" altLang="zh-CN" b="1" i="1" dirty="0"/>
              <a:t>REINS</a:t>
            </a:r>
            <a:r>
              <a:rPr lang="en-US" altLang="zh-CN" i="1" dirty="0"/>
              <a:t>)</a:t>
            </a:r>
          </a:p>
          <a:p>
            <a:r>
              <a:rPr lang="en-US" altLang="zh-CN" dirty="0"/>
              <a:t>Shanghai Jiao Tong University</a:t>
            </a:r>
          </a:p>
          <a:p>
            <a:r>
              <a:rPr lang="en-US" altLang="zh-CN" dirty="0"/>
              <a:t>Shanghai, China</a:t>
            </a:r>
          </a:p>
          <a:p>
            <a:r>
              <a:rPr lang="en-US" altLang="zh-CN" u="sng" dirty="0">
                <a:hlinkClick r:id="rId2"/>
              </a:rPr>
              <a:t>http://reins.se.sjtu.edu.cn/~chenhp</a:t>
            </a:r>
            <a:r>
              <a:rPr lang="en-US" altLang="zh-CN" dirty="0"/>
              <a:t> </a:t>
            </a:r>
          </a:p>
          <a:p>
            <a:r>
              <a:rPr lang="en-US" altLang="zh-CN" dirty="0"/>
              <a:t>e-mail: chen-hp@sjtu.edu.cn</a:t>
            </a:r>
            <a:endParaRPr lang="zh-CN" altLang="en-US" dirty="0"/>
          </a:p>
        </p:txBody>
      </p:sp>
    </p:spTree>
    <p:extLst>
      <p:ext uri="{BB962C8B-B14F-4D97-AF65-F5344CB8AC3E}">
        <p14:creationId xmlns:p14="http://schemas.microsoft.com/office/powerpoint/2010/main" val="6730539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A908D-0725-778C-FA1A-29ED5DE497F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9EC1DBB-169B-ECB3-09CE-C2C3CFE41E82}"/>
              </a:ext>
            </a:extLst>
          </p:cNvPr>
          <p:cNvSpPr>
            <a:spLocks noGrp="1"/>
          </p:cNvSpPr>
          <p:nvPr>
            <p:ph type="title"/>
          </p:nvPr>
        </p:nvSpPr>
        <p:spPr/>
        <p:txBody>
          <a:bodyPr/>
          <a:lstStyle/>
          <a:p>
            <a:r>
              <a:rPr kumimoji="1" lang="en-US" altLang="zh-CN" dirty="0" err="1"/>
              <a:t>gRPC</a:t>
            </a:r>
            <a:endParaRPr kumimoji="1" lang="zh-CN" altLang="en-US" dirty="0"/>
          </a:p>
        </p:txBody>
      </p:sp>
      <p:sp>
        <p:nvSpPr>
          <p:cNvPr id="3" name="内容占位符 2">
            <a:extLst>
              <a:ext uri="{FF2B5EF4-FFF2-40B4-BE49-F238E27FC236}">
                <a16:creationId xmlns:a16="http://schemas.microsoft.com/office/drawing/2014/main" id="{7F94F310-96CD-2313-FE00-A63553E62BE9}"/>
              </a:ext>
            </a:extLst>
          </p:cNvPr>
          <p:cNvSpPr>
            <a:spLocks noGrp="1"/>
          </p:cNvSpPr>
          <p:nvPr>
            <p:ph idx="1"/>
          </p:nvPr>
        </p:nvSpPr>
        <p:spPr/>
        <p:txBody>
          <a:bodyPr/>
          <a:lstStyle/>
          <a:p>
            <a:r>
              <a:rPr lang="en" altLang="zh-CN" dirty="0"/>
              <a:t>A high performance, open source universal RPC framework</a:t>
            </a:r>
          </a:p>
          <a:p>
            <a:pPr lvl="1"/>
            <a:r>
              <a:rPr lang="en" altLang="zh-CN" dirty="0"/>
              <a:t>In </a:t>
            </a:r>
            <a:r>
              <a:rPr lang="en" altLang="zh-CN" dirty="0" err="1"/>
              <a:t>gRPC</a:t>
            </a:r>
            <a:r>
              <a:rPr lang="en" altLang="zh-CN" dirty="0"/>
              <a:t>, a client application can directly call a method on a server application on a different machine as if it were a local object, making it easier for you to create distributed applications and services.</a:t>
            </a:r>
          </a:p>
          <a:p>
            <a:pPr lvl="1"/>
            <a:endParaRPr kumimoji="1" lang="en" altLang="zh-CN" dirty="0"/>
          </a:p>
          <a:p>
            <a:pPr lvl="1"/>
            <a:endParaRPr kumimoji="1" lang="en" altLang="zh-CN" dirty="0"/>
          </a:p>
          <a:p>
            <a:pPr lvl="1"/>
            <a:endParaRPr kumimoji="1" lang="en" altLang="zh-CN" dirty="0"/>
          </a:p>
          <a:p>
            <a:pPr lvl="1"/>
            <a:endParaRPr kumimoji="1" lang="en" altLang="zh-CN" dirty="0"/>
          </a:p>
          <a:p>
            <a:pPr lvl="1"/>
            <a:endParaRPr kumimoji="1" lang="en" altLang="zh-CN" dirty="0"/>
          </a:p>
          <a:p>
            <a:pPr lvl="1"/>
            <a:endParaRPr kumimoji="1" lang="en" altLang="zh-CN" dirty="0"/>
          </a:p>
          <a:p>
            <a:pPr lvl="1"/>
            <a:endParaRPr kumimoji="1" lang="en" altLang="zh-CN" dirty="0"/>
          </a:p>
          <a:p>
            <a:pPr lvl="1"/>
            <a:endParaRPr kumimoji="1" lang="en" altLang="zh-CN" dirty="0"/>
          </a:p>
          <a:p>
            <a:pPr lvl="1"/>
            <a:endParaRPr kumimoji="1" lang="en" altLang="zh-CN" dirty="0"/>
          </a:p>
          <a:p>
            <a:pPr lvl="1"/>
            <a:r>
              <a:rPr kumimoji="1" lang="en" altLang="zh-CN" dirty="0">
                <a:hlinkClick r:id="rId2"/>
              </a:rPr>
              <a:t>https://grpc.io/</a:t>
            </a:r>
            <a:endParaRPr kumimoji="1" lang="en" altLang="zh-CN" dirty="0"/>
          </a:p>
        </p:txBody>
      </p:sp>
      <p:sp>
        <p:nvSpPr>
          <p:cNvPr id="4" name="灯片编号占位符 3">
            <a:extLst>
              <a:ext uri="{FF2B5EF4-FFF2-40B4-BE49-F238E27FC236}">
                <a16:creationId xmlns:a16="http://schemas.microsoft.com/office/drawing/2014/main" id="{E6E4ED1E-6BD8-1E06-FEEE-398B4447B8CF}"/>
              </a:ext>
            </a:extLst>
          </p:cNvPr>
          <p:cNvSpPr>
            <a:spLocks noGrp="1"/>
          </p:cNvSpPr>
          <p:nvPr>
            <p:ph type="sldNum" sz="quarter" idx="12"/>
          </p:nvPr>
        </p:nvSpPr>
        <p:spPr/>
        <p:txBody>
          <a:bodyPr/>
          <a:lstStyle/>
          <a:p>
            <a:fld id="{CB818ED7-1FAF-4BEC-A906-EB6564C334EB}" type="slidenum">
              <a:rPr lang="zh-CN" altLang="en-US" smtClean="0"/>
              <a:pPr/>
              <a:t>26</a:t>
            </a:fld>
            <a:endParaRPr lang="zh-CN" altLang="en-US" dirty="0"/>
          </a:p>
        </p:txBody>
      </p:sp>
      <p:pic>
        <p:nvPicPr>
          <p:cNvPr id="6" name="图片 5">
            <a:extLst>
              <a:ext uri="{FF2B5EF4-FFF2-40B4-BE49-F238E27FC236}">
                <a16:creationId xmlns:a16="http://schemas.microsoft.com/office/drawing/2014/main" id="{477D6D22-883D-A5BB-D76D-98B2A429419A}"/>
              </a:ext>
            </a:extLst>
          </p:cNvPr>
          <p:cNvPicPr>
            <a:picLocks noChangeAspect="1"/>
          </p:cNvPicPr>
          <p:nvPr/>
        </p:nvPicPr>
        <p:blipFill>
          <a:blip r:embed="rId3"/>
          <a:stretch>
            <a:fillRect/>
          </a:stretch>
        </p:blipFill>
        <p:spPr>
          <a:xfrm>
            <a:off x="7735242" y="4273554"/>
            <a:ext cx="1157238" cy="512443"/>
          </a:xfrm>
          <a:prstGeom prst="rect">
            <a:avLst/>
          </a:prstGeom>
        </p:spPr>
      </p:pic>
      <p:pic>
        <p:nvPicPr>
          <p:cNvPr id="8" name="图片 7">
            <a:extLst>
              <a:ext uri="{FF2B5EF4-FFF2-40B4-BE49-F238E27FC236}">
                <a16:creationId xmlns:a16="http://schemas.microsoft.com/office/drawing/2014/main" id="{C76377F7-2BB1-741C-FD37-EACECF5AB356}"/>
              </a:ext>
            </a:extLst>
          </p:cNvPr>
          <p:cNvPicPr>
            <a:picLocks noChangeAspect="1"/>
          </p:cNvPicPr>
          <p:nvPr/>
        </p:nvPicPr>
        <p:blipFill>
          <a:blip r:embed="rId4"/>
          <a:stretch>
            <a:fillRect/>
          </a:stretch>
        </p:blipFill>
        <p:spPr>
          <a:xfrm>
            <a:off x="2291380" y="1923678"/>
            <a:ext cx="4633252" cy="2736305"/>
          </a:xfrm>
          <a:prstGeom prst="rect">
            <a:avLst/>
          </a:prstGeom>
        </p:spPr>
      </p:pic>
    </p:spTree>
    <p:extLst>
      <p:ext uri="{BB962C8B-B14F-4D97-AF65-F5344CB8AC3E}">
        <p14:creationId xmlns:p14="http://schemas.microsoft.com/office/powerpoint/2010/main" val="24630630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67758D-4B21-FBBC-5325-1DFC86AEDD0F}"/>
              </a:ext>
            </a:extLst>
          </p:cNvPr>
          <p:cNvSpPr>
            <a:spLocks noGrp="1"/>
          </p:cNvSpPr>
          <p:nvPr>
            <p:ph type="title"/>
          </p:nvPr>
        </p:nvSpPr>
        <p:spPr/>
        <p:txBody>
          <a:bodyPr/>
          <a:lstStyle/>
          <a:p>
            <a:r>
              <a:rPr kumimoji="1" lang="en-US" altLang="zh-CN" dirty="0" err="1"/>
              <a:t>gRPC</a:t>
            </a:r>
            <a:endParaRPr kumimoji="1" lang="zh-CN" altLang="en-US" dirty="0"/>
          </a:p>
        </p:txBody>
      </p:sp>
      <p:sp>
        <p:nvSpPr>
          <p:cNvPr id="3" name="内容占位符 2">
            <a:extLst>
              <a:ext uri="{FF2B5EF4-FFF2-40B4-BE49-F238E27FC236}">
                <a16:creationId xmlns:a16="http://schemas.microsoft.com/office/drawing/2014/main" id="{07DC238A-D442-CE34-C4C0-3B790CA372CB}"/>
              </a:ext>
            </a:extLst>
          </p:cNvPr>
          <p:cNvSpPr>
            <a:spLocks noGrp="1"/>
          </p:cNvSpPr>
          <p:nvPr>
            <p:ph idx="1"/>
          </p:nvPr>
        </p:nvSpPr>
        <p:spPr/>
        <p:txBody>
          <a:bodyPr/>
          <a:lstStyle/>
          <a:p>
            <a:r>
              <a:rPr lang="en" altLang="zh-CN" dirty="0"/>
              <a:t>By default, </a:t>
            </a:r>
          </a:p>
          <a:p>
            <a:pPr lvl="1"/>
            <a:r>
              <a:rPr lang="en" altLang="zh-CN" dirty="0" err="1"/>
              <a:t>gRPC</a:t>
            </a:r>
            <a:r>
              <a:rPr lang="en" altLang="zh-CN" dirty="0"/>
              <a:t> uses </a:t>
            </a:r>
            <a:r>
              <a:rPr lang="en" altLang="zh-CN" dirty="0">
                <a:hlinkClick r:id="rId2"/>
              </a:rPr>
              <a:t>Protocol Buffers</a:t>
            </a:r>
            <a:r>
              <a:rPr lang="en" altLang="zh-CN" dirty="0"/>
              <a:t>, Google’s mature open source mechanism for serializing structured data (although it can be used with other data formats such as JSON). </a:t>
            </a:r>
          </a:p>
          <a:p>
            <a:pPr lvl="1"/>
            <a:endParaRPr kumimoji="1" lang="en" altLang="zh-CN" dirty="0"/>
          </a:p>
          <a:p>
            <a:r>
              <a:rPr lang="en" altLang="zh-CN" dirty="0"/>
              <a:t>The first step when working with protocol buffers is to define the structure for the data you want to serialize in a </a:t>
            </a:r>
            <a:r>
              <a:rPr lang="en" altLang="zh-CN" i="1" dirty="0">
                <a:solidFill>
                  <a:srgbClr val="FF0000"/>
                </a:solidFill>
              </a:rPr>
              <a:t>proto file</a:t>
            </a:r>
            <a:r>
              <a:rPr lang="en" altLang="zh-CN" dirty="0"/>
              <a:t>: </a:t>
            </a:r>
          </a:p>
          <a:p>
            <a:pPr lvl="1"/>
            <a:r>
              <a:rPr lang="en" altLang="zh-CN" dirty="0"/>
              <a:t>this is an ordinary text file with a </a:t>
            </a:r>
            <a:r>
              <a:rPr lang="en" altLang="zh-CN" dirty="0">
                <a:solidFill>
                  <a:srgbClr val="FF0000"/>
                </a:solidFill>
              </a:rPr>
              <a:t>.proto </a:t>
            </a:r>
            <a:r>
              <a:rPr lang="en" altLang="zh-CN" dirty="0"/>
              <a:t>extension. </a:t>
            </a:r>
          </a:p>
          <a:p>
            <a:pPr lvl="1"/>
            <a:r>
              <a:rPr lang="en" altLang="zh-CN" dirty="0"/>
              <a:t>Protocol buffer data is structured as </a:t>
            </a:r>
            <a:r>
              <a:rPr lang="en" altLang="zh-CN" i="1" dirty="0">
                <a:solidFill>
                  <a:srgbClr val="FF0000"/>
                </a:solidFill>
              </a:rPr>
              <a:t>messages</a:t>
            </a:r>
            <a:r>
              <a:rPr lang="en" altLang="zh-CN" dirty="0"/>
              <a:t>, where each message is a small logical record of information containing a series of name-value pairs called </a:t>
            </a:r>
            <a:r>
              <a:rPr lang="en" altLang="zh-CN" i="1" dirty="0">
                <a:solidFill>
                  <a:srgbClr val="FF0000"/>
                </a:solidFill>
              </a:rPr>
              <a:t>fields</a:t>
            </a:r>
            <a:r>
              <a:rPr lang="en" altLang="zh-CN" dirty="0"/>
              <a:t>. Here’s a simple example:</a:t>
            </a:r>
            <a:endParaRPr kumimoji="1" lang="zh-CN" altLang="en-US" dirty="0"/>
          </a:p>
        </p:txBody>
      </p:sp>
      <p:sp>
        <p:nvSpPr>
          <p:cNvPr id="4" name="灯片编号占位符 3">
            <a:extLst>
              <a:ext uri="{FF2B5EF4-FFF2-40B4-BE49-F238E27FC236}">
                <a16:creationId xmlns:a16="http://schemas.microsoft.com/office/drawing/2014/main" id="{23E38D00-1312-7C84-2BEA-9D22F037C4D0}"/>
              </a:ext>
            </a:extLst>
          </p:cNvPr>
          <p:cNvSpPr>
            <a:spLocks noGrp="1"/>
          </p:cNvSpPr>
          <p:nvPr>
            <p:ph type="sldNum" sz="quarter" idx="12"/>
          </p:nvPr>
        </p:nvSpPr>
        <p:spPr/>
        <p:txBody>
          <a:bodyPr/>
          <a:lstStyle/>
          <a:p>
            <a:fld id="{CB818ED7-1FAF-4BEC-A906-EB6564C334EB}" type="slidenum">
              <a:rPr lang="zh-CN" altLang="en-US" smtClean="0"/>
              <a:pPr/>
              <a:t>27</a:t>
            </a:fld>
            <a:endParaRPr lang="zh-CN" altLang="en-US" dirty="0"/>
          </a:p>
        </p:txBody>
      </p:sp>
      <p:sp>
        <p:nvSpPr>
          <p:cNvPr id="6" name="文本框 5">
            <a:extLst>
              <a:ext uri="{FF2B5EF4-FFF2-40B4-BE49-F238E27FC236}">
                <a16:creationId xmlns:a16="http://schemas.microsoft.com/office/drawing/2014/main" id="{F3753CFC-163D-DE62-DC68-8F39CF5D47F4}"/>
              </a:ext>
            </a:extLst>
          </p:cNvPr>
          <p:cNvSpPr txBox="1"/>
          <p:nvPr/>
        </p:nvSpPr>
        <p:spPr>
          <a:xfrm>
            <a:off x="683568" y="3394727"/>
            <a:ext cx="4572000" cy="1477328"/>
          </a:xfrm>
          <a:prstGeom prst="rect">
            <a:avLst/>
          </a:prstGeom>
          <a:noFill/>
        </p:spPr>
        <p:txBody>
          <a:bodyPr wrap="square">
            <a:spAutoFit/>
          </a:bodyPr>
          <a:lstStyle/>
          <a:p>
            <a:pPr algn="l" latinLnBrk="0">
              <a:buNone/>
            </a:pPr>
            <a:r>
              <a:rPr lang="en" altLang="zh-CN" b="1" i="0" dirty="0">
                <a:solidFill>
                  <a:srgbClr val="006699"/>
                </a:solidFill>
                <a:effectLst/>
                <a:latin typeface="SFMono-Regular"/>
              </a:rPr>
              <a:t>message</a:t>
            </a:r>
            <a:r>
              <a:rPr lang="en" altLang="zh-CN" b="0" i="0" dirty="0">
                <a:solidFill>
                  <a:srgbClr val="222222"/>
                </a:solidFill>
                <a:effectLst/>
                <a:latin typeface="SFMono-Regular"/>
              </a:rPr>
              <a:t> </a:t>
            </a:r>
            <a:r>
              <a:rPr lang="en" altLang="zh-CN" b="1" i="0" dirty="0">
                <a:solidFill>
                  <a:srgbClr val="00AA88"/>
                </a:solidFill>
                <a:effectLst/>
                <a:latin typeface="SFMono-Regular"/>
              </a:rPr>
              <a:t>Person</a:t>
            </a:r>
            <a:r>
              <a:rPr lang="en" altLang="zh-CN" b="0" i="0" dirty="0">
                <a:solidFill>
                  <a:srgbClr val="222222"/>
                </a:solidFill>
                <a:effectLst/>
                <a:latin typeface="SFMono-Regular"/>
              </a:rPr>
              <a:t> {</a:t>
            </a:r>
            <a:endParaRPr lang="en" altLang="zh-CN" b="0" i="0" dirty="0">
              <a:solidFill>
                <a:srgbClr val="AA0000"/>
              </a:solidFill>
              <a:effectLst/>
              <a:latin typeface="SFMono-Regular"/>
            </a:endParaRPr>
          </a:p>
          <a:p>
            <a:pPr algn="l" latinLnBrk="0">
              <a:buNone/>
            </a:pPr>
            <a:r>
              <a:rPr lang="en" altLang="zh-CN" b="0" i="0" dirty="0">
                <a:solidFill>
                  <a:srgbClr val="222222"/>
                </a:solidFill>
                <a:effectLst/>
                <a:latin typeface="SFMono-Regular"/>
              </a:rPr>
              <a:t>  </a:t>
            </a:r>
            <a:r>
              <a:rPr lang="en" altLang="zh-CN" b="1" i="0" dirty="0">
                <a:solidFill>
                  <a:srgbClr val="007788"/>
                </a:solidFill>
                <a:effectLst/>
                <a:latin typeface="SFMono-Regular"/>
              </a:rPr>
              <a:t>string</a:t>
            </a:r>
            <a:r>
              <a:rPr lang="en" altLang="zh-CN" b="0" i="0" dirty="0">
                <a:solidFill>
                  <a:srgbClr val="222222"/>
                </a:solidFill>
                <a:effectLst/>
                <a:latin typeface="SFMono-Regular"/>
              </a:rPr>
              <a:t> name </a:t>
            </a:r>
            <a:r>
              <a:rPr lang="en" altLang="zh-CN" b="0" i="0" dirty="0">
                <a:solidFill>
                  <a:srgbClr val="555555"/>
                </a:solidFill>
                <a:effectLst/>
                <a:latin typeface="SFMono-Regular"/>
              </a:rPr>
              <a:t>=</a:t>
            </a:r>
            <a:r>
              <a:rPr lang="en" altLang="zh-CN" b="0" i="0" dirty="0">
                <a:solidFill>
                  <a:srgbClr val="222222"/>
                </a:solidFill>
                <a:effectLst/>
                <a:latin typeface="SFMono-Regular"/>
              </a:rPr>
              <a:t> </a:t>
            </a:r>
            <a:r>
              <a:rPr lang="en" altLang="zh-CN" b="0" i="0" dirty="0">
                <a:solidFill>
                  <a:srgbClr val="FF6600"/>
                </a:solidFill>
                <a:effectLst/>
                <a:latin typeface="SFMono-Regular"/>
              </a:rPr>
              <a:t>1</a:t>
            </a:r>
            <a:r>
              <a:rPr lang="en" altLang="zh-CN" b="0" i="0" dirty="0">
                <a:solidFill>
                  <a:srgbClr val="222222"/>
                </a:solidFill>
                <a:effectLst/>
                <a:latin typeface="SFMono-Regular"/>
              </a:rPr>
              <a:t>;</a:t>
            </a:r>
            <a:endParaRPr lang="en" altLang="zh-CN" b="0" i="0" dirty="0">
              <a:solidFill>
                <a:srgbClr val="AA0000"/>
              </a:solidFill>
              <a:effectLst/>
              <a:latin typeface="SFMono-Regular"/>
            </a:endParaRPr>
          </a:p>
          <a:p>
            <a:pPr algn="l" latinLnBrk="0">
              <a:buNone/>
            </a:pPr>
            <a:r>
              <a:rPr lang="en" altLang="zh-CN" b="0" i="0" dirty="0">
                <a:solidFill>
                  <a:srgbClr val="222222"/>
                </a:solidFill>
                <a:effectLst/>
                <a:latin typeface="SFMono-Regular"/>
              </a:rPr>
              <a:t>  </a:t>
            </a:r>
            <a:r>
              <a:rPr lang="en" altLang="zh-CN" b="1" i="0" dirty="0">
                <a:solidFill>
                  <a:srgbClr val="007788"/>
                </a:solidFill>
                <a:effectLst/>
                <a:latin typeface="SFMono-Regular"/>
              </a:rPr>
              <a:t>int32</a:t>
            </a:r>
            <a:r>
              <a:rPr lang="en" altLang="zh-CN" b="0" i="0" dirty="0">
                <a:solidFill>
                  <a:srgbClr val="222222"/>
                </a:solidFill>
                <a:effectLst/>
                <a:latin typeface="SFMono-Regular"/>
              </a:rPr>
              <a:t> id </a:t>
            </a:r>
            <a:r>
              <a:rPr lang="en" altLang="zh-CN" b="0" i="0" dirty="0">
                <a:solidFill>
                  <a:srgbClr val="555555"/>
                </a:solidFill>
                <a:effectLst/>
                <a:latin typeface="SFMono-Regular"/>
              </a:rPr>
              <a:t>=</a:t>
            </a:r>
            <a:r>
              <a:rPr lang="en" altLang="zh-CN" b="0" i="0" dirty="0">
                <a:solidFill>
                  <a:srgbClr val="222222"/>
                </a:solidFill>
                <a:effectLst/>
                <a:latin typeface="SFMono-Regular"/>
              </a:rPr>
              <a:t> </a:t>
            </a:r>
            <a:r>
              <a:rPr lang="en" altLang="zh-CN" b="0" i="0" dirty="0">
                <a:solidFill>
                  <a:srgbClr val="FF6600"/>
                </a:solidFill>
                <a:effectLst/>
                <a:latin typeface="SFMono-Regular"/>
              </a:rPr>
              <a:t>2</a:t>
            </a:r>
            <a:r>
              <a:rPr lang="en" altLang="zh-CN" b="0" i="0" dirty="0">
                <a:solidFill>
                  <a:srgbClr val="222222"/>
                </a:solidFill>
                <a:effectLst/>
                <a:latin typeface="SFMono-Regular"/>
              </a:rPr>
              <a:t>;</a:t>
            </a:r>
            <a:endParaRPr lang="en" altLang="zh-CN" b="0" i="0" dirty="0">
              <a:solidFill>
                <a:srgbClr val="AA0000"/>
              </a:solidFill>
              <a:effectLst/>
              <a:latin typeface="SFMono-Regular"/>
            </a:endParaRPr>
          </a:p>
          <a:p>
            <a:pPr algn="l" latinLnBrk="0">
              <a:buNone/>
            </a:pPr>
            <a:r>
              <a:rPr lang="en" altLang="zh-CN" b="0" i="0" dirty="0">
                <a:solidFill>
                  <a:srgbClr val="222222"/>
                </a:solidFill>
                <a:effectLst/>
                <a:latin typeface="SFMono-Regular"/>
              </a:rPr>
              <a:t>  </a:t>
            </a:r>
            <a:r>
              <a:rPr lang="en" altLang="zh-CN" b="1" i="0" dirty="0">
                <a:solidFill>
                  <a:srgbClr val="007788"/>
                </a:solidFill>
                <a:effectLst/>
                <a:latin typeface="SFMono-Regular"/>
              </a:rPr>
              <a:t>bool</a:t>
            </a:r>
            <a:r>
              <a:rPr lang="en" altLang="zh-CN" b="0" i="0" dirty="0">
                <a:solidFill>
                  <a:srgbClr val="222222"/>
                </a:solidFill>
                <a:effectLst/>
                <a:latin typeface="SFMono-Regular"/>
              </a:rPr>
              <a:t> </a:t>
            </a:r>
            <a:r>
              <a:rPr lang="en" altLang="zh-CN" b="0" i="0" dirty="0" err="1">
                <a:solidFill>
                  <a:srgbClr val="222222"/>
                </a:solidFill>
                <a:effectLst/>
                <a:latin typeface="SFMono-Regular"/>
              </a:rPr>
              <a:t>has_ponycopter</a:t>
            </a:r>
            <a:r>
              <a:rPr lang="en" altLang="zh-CN" b="0" i="0" dirty="0">
                <a:solidFill>
                  <a:srgbClr val="222222"/>
                </a:solidFill>
                <a:effectLst/>
                <a:latin typeface="SFMono-Regular"/>
              </a:rPr>
              <a:t> </a:t>
            </a:r>
            <a:r>
              <a:rPr lang="en" altLang="zh-CN" b="0" i="0" dirty="0">
                <a:solidFill>
                  <a:srgbClr val="555555"/>
                </a:solidFill>
                <a:effectLst/>
                <a:latin typeface="SFMono-Regular"/>
              </a:rPr>
              <a:t>=</a:t>
            </a:r>
            <a:r>
              <a:rPr lang="en" altLang="zh-CN" b="0" i="0" dirty="0">
                <a:solidFill>
                  <a:srgbClr val="222222"/>
                </a:solidFill>
                <a:effectLst/>
                <a:latin typeface="SFMono-Regular"/>
              </a:rPr>
              <a:t> </a:t>
            </a:r>
            <a:r>
              <a:rPr lang="en" altLang="zh-CN" b="0" i="0" dirty="0">
                <a:solidFill>
                  <a:srgbClr val="FF6600"/>
                </a:solidFill>
                <a:effectLst/>
                <a:latin typeface="SFMono-Regular"/>
              </a:rPr>
              <a:t>3</a:t>
            </a:r>
            <a:r>
              <a:rPr lang="en" altLang="zh-CN" b="0" i="0" dirty="0">
                <a:solidFill>
                  <a:srgbClr val="222222"/>
                </a:solidFill>
                <a:effectLst/>
                <a:latin typeface="SFMono-Regular"/>
              </a:rPr>
              <a:t>;</a:t>
            </a:r>
            <a:endParaRPr lang="en" altLang="zh-CN" b="0" i="0" dirty="0">
              <a:solidFill>
                <a:srgbClr val="AA0000"/>
              </a:solidFill>
              <a:effectLst/>
              <a:latin typeface="SFMono-Regular"/>
            </a:endParaRPr>
          </a:p>
          <a:p>
            <a:pPr algn="l">
              <a:buNone/>
            </a:pPr>
            <a:r>
              <a:rPr lang="en" altLang="zh-CN" b="0" i="0" dirty="0">
                <a:solidFill>
                  <a:srgbClr val="222222"/>
                </a:solidFill>
                <a:effectLst/>
                <a:latin typeface="SFMono-Regular"/>
              </a:rPr>
              <a:t>}</a:t>
            </a:r>
          </a:p>
        </p:txBody>
      </p:sp>
    </p:spTree>
    <p:extLst>
      <p:ext uri="{BB962C8B-B14F-4D97-AF65-F5344CB8AC3E}">
        <p14:creationId xmlns:p14="http://schemas.microsoft.com/office/powerpoint/2010/main" val="42140978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8A1CCA-D295-483B-8D0B-0F3095ADA159}"/>
              </a:ext>
            </a:extLst>
          </p:cNvPr>
          <p:cNvSpPr>
            <a:spLocks noGrp="1"/>
          </p:cNvSpPr>
          <p:nvPr>
            <p:ph type="title"/>
          </p:nvPr>
        </p:nvSpPr>
        <p:spPr/>
        <p:txBody>
          <a:bodyPr/>
          <a:lstStyle/>
          <a:p>
            <a:r>
              <a:rPr kumimoji="1" lang="en-US" altLang="zh-CN" dirty="0" err="1"/>
              <a:t>gPRC</a:t>
            </a:r>
            <a:endParaRPr kumimoji="1" lang="zh-CN" altLang="en-US" dirty="0"/>
          </a:p>
        </p:txBody>
      </p:sp>
      <p:sp>
        <p:nvSpPr>
          <p:cNvPr id="3" name="内容占位符 2">
            <a:extLst>
              <a:ext uri="{FF2B5EF4-FFF2-40B4-BE49-F238E27FC236}">
                <a16:creationId xmlns:a16="http://schemas.microsoft.com/office/drawing/2014/main" id="{A93D4B67-BE0B-701C-1E71-1104A25BD62A}"/>
              </a:ext>
            </a:extLst>
          </p:cNvPr>
          <p:cNvSpPr>
            <a:spLocks noGrp="1"/>
          </p:cNvSpPr>
          <p:nvPr>
            <p:ph idx="1"/>
          </p:nvPr>
        </p:nvSpPr>
        <p:spPr/>
        <p:txBody>
          <a:bodyPr/>
          <a:lstStyle/>
          <a:p>
            <a:r>
              <a:rPr lang="en" altLang="zh-CN" dirty="0"/>
              <a:t>Then, </a:t>
            </a:r>
          </a:p>
          <a:p>
            <a:pPr lvl="1"/>
            <a:r>
              <a:rPr lang="en" altLang="zh-CN" dirty="0"/>
              <a:t>once you’ve specified your data structures, you use the protocol buffer compiler </a:t>
            </a:r>
            <a:r>
              <a:rPr lang="en" altLang="zh-CN" dirty="0" err="1">
                <a:solidFill>
                  <a:srgbClr val="FF0000"/>
                </a:solidFill>
              </a:rPr>
              <a:t>protoc</a:t>
            </a:r>
            <a:r>
              <a:rPr lang="en" altLang="zh-CN" dirty="0"/>
              <a:t> to generate data access classes in your preferred language(s) from your proto definition. </a:t>
            </a:r>
          </a:p>
          <a:p>
            <a:pPr lvl="1"/>
            <a:endParaRPr lang="en" altLang="zh-CN" dirty="0"/>
          </a:p>
          <a:p>
            <a:pPr lvl="1"/>
            <a:r>
              <a:rPr lang="en" altLang="zh-CN" dirty="0"/>
              <a:t>These provide simple accessors for each field, like </a:t>
            </a:r>
            <a:r>
              <a:rPr lang="en" altLang="zh-CN" dirty="0">
                <a:solidFill>
                  <a:srgbClr val="FF0000"/>
                </a:solidFill>
              </a:rPr>
              <a:t>name() </a:t>
            </a:r>
            <a:r>
              <a:rPr lang="en" altLang="zh-CN" dirty="0"/>
              <a:t>and </a:t>
            </a:r>
            <a:r>
              <a:rPr lang="en" altLang="zh-CN" dirty="0" err="1">
                <a:solidFill>
                  <a:srgbClr val="FF0000"/>
                </a:solidFill>
              </a:rPr>
              <a:t>set_name</a:t>
            </a:r>
            <a:r>
              <a:rPr lang="en" altLang="zh-CN" dirty="0">
                <a:solidFill>
                  <a:srgbClr val="FF0000"/>
                </a:solidFill>
              </a:rPr>
              <a:t>()</a:t>
            </a:r>
            <a:r>
              <a:rPr lang="en" altLang="zh-CN" dirty="0"/>
              <a:t>, as well as methods to serialize/parse the whole structure to/from raw bytes. </a:t>
            </a:r>
          </a:p>
          <a:p>
            <a:pPr lvl="1"/>
            <a:endParaRPr kumimoji="1" lang="en" altLang="zh-CN" dirty="0"/>
          </a:p>
          <a:p>
            <a:pPr lvl="1"/>
            <a:r>
              <a:rPr lang="en" altLang="zh-CN" dirty="0"/>
              <a:t>So, for instance, if your chosen language is C++, running the compiler on the example above will generate a class called </a:t>
            </a:r>
            <a:r>
              <a:rPr lang="en" altLang="zh-CN" dirty="0">
                <a:solidFill>
                  <a:srgbClr val="FF0000"/>
                </a:solidFill>
              </a:rPr>
              <a:t>Person</a:t>
            </a:r>
            <a:r>
              <a:rPr lang="en" altLang="zh-CN" dirty="0"/>
              <a:t>. You can then use this class in your application to populate, serialize, and retrieve </a:t>
            </a:r>
            <a:r>
              <a:rPr lang="en" altLang="zh-CN" dirty="0">
                <a:solidFill>
                  <a:srgbClr val="FF0000"/>
                </a:solidFill>
              </a:rPr>
              <a:t>Person</a:t>
            </a:r>
            <a:r>
              <a:rPr lang="en" altLang="zh-CN" dirty="0"/>
              <a:t> protocol buffer messages.</a:t>
            </a:r>
            <a:endParaRPr kumimoji="1" lang="en" altLang="zh-CN" dirty="0"/>
          </a:p>
        </p:txBody>
      </p:sp>
      <p:sp>
        <p:nvSpPr>
          <p:cNvPr id="4" name="灯片编号占位符 3">
            <a:extLst>
              <a:ext uri="{FF2B5EF4-FFF2-40B4-BE49-F238E27FC236}">
                <a16:creationId xmlns:a16="http://schemas.microsoft.com/office/drawing/2014/main" id="{3B8352B2-3942-2CB8-DDE5-930BA9E8E5AE}"/>
              </a:ext>
            </a:extLst>
          </p:cNvPr>
          <p:cNvSpPr>
            <a:spLocks noGrp="1"/>
          </p:cNvSpPr>
          <p:nvPr>
            <p:ph type="sldNum" sz="quarter" idx="12"/>
          </p:nvPr>
        </p:nvSpPr>
        <p:spPr/>
        <p:txBody>
          <a:bodyPr/>
          <a:lstStyle/>
          <a:p>
            <a:fld id="{CB818ED7-1FAF-4BEC-A906-EB6564C334EB}" type="slidenum">
              <a:rPr lang="zh-CN" altLang="en-US" smtClean="0"/>
              <a:pPr/>
              <a:t>28</a:t>
            </a:fld>
            <a:endParaRPr lang="zh-CN" altLang="en-US" dirty="0"/>
          </a:p>
        </p:txBody>
      </p:sp>
    </p:spTree>
    <p:extLst>
      <p:ext uri="{BB962C8B-B14F-4D97-AF65-F5344CB8AC3E}">
        <p14:creationId xmlns:p14="http://schemas.microsoft.com/office/powerpoint/2010/main" val="4513155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9E77A-0C0D-D730-4279-3CB1540128A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337A519-5415-3C5C-B70D-F6FA2A34A235}"/>
              </a:ext>
            </a:extLst>
          </p:cNvPr>
          <p:cNvSpPr>
            <a:spLocks noGrp="1"/>
          </p:cNvSpPr>
          <p:nvPr>
            <p:ph type="title"/>
          </p:nvPr>
        </p:nvSpPr>
        <p:spPr/>
        <p:txBody>
          <a:bodyPr/>
          <a:lstStyle/>
          <a:p>
            <a:r>
              <a:rPr kumimoji="1" lang="en-US" altLang="zh-CN" dirty="0" err="1"/>
              <a:t>gPRC</a:t>
            </a:r>
            <a:endParaRPr kumimoji="1" lang="zh-CN" altLang="en-US" dirty="0"/>
          </a:p>
        </p:txBody>
      </p:sp>
      <p:sp>
        <p:nvSpPr>
          <p:cNvPr id="3" name="内容占位符 2">
            <a:extLst>
              <a:ext uri="{FF2B5EF4-FFF2-40B4-BE49-F238E27FC236}">
                <a16:creationId xmlns:a16="http://schemas.microsoft.com/office/drawing/2014/main" id="{BCF0A8F2-E619-1624-FD49-92EFA5B805C7}"/>
              </a:ext>
            </a:extLst>
          </p:cNvPr>
          <p:cNvSpPr>
            <a:spLocks noGrp="1"/>
          </p:cNvSpPr>
          <p:nvPr>
            <p:ph idx="1"/>
          </p:nvPr>
        </p:nvSpPr>
        <p:spPr/>
        <p:txBody>
          <a:bodyPr/>
          <a:lstStyle/>
          <a:p>
            <a:r>
              <a:rPr lang="en" altLang="zh-CN" dirty="0"/>
              <a:t>You define </a:t>
            </a:r>
            <a:r>
              <a:rPr lang="en" altLang="zh-CN" dirty="0" err="1"/>
              <a:t>gRPC</a:t>
            </a:r>
            <a:r>
              <a:rPr lang="en" altLang="zh-CN" dirty="0"/>
              <a:t> services in ordinary </a:t>
            </a:r>
            <a:r>
              <a:rPr lang="en" altLang="zh-CN" dirty="0">
                <a:solidFill>
                  <a:srgbClr val="FF0000"/>
                </a:solidFill>
              </a:rPr>
              <a:t>proto</a:t>
            </a:r>
            <a:r>
              <a:rPr lang="en" altLang="zh-CN" dirty="0"/>
              <a:t> files, </a:t>
            </a:r>
          </a:p>
          <a:p>
            <a:pPr lvl="1"/>
            <a:r>
              <a:rPr lang="en" altLang="zh-CN" dirty="0"/>
              <a:t>with RPC method parameters and return types specified as protocol buffer messages:</a:t>
            </a:r>
            <a:br>
              <a:rPr lang="en" altLang="zh-CN" dirty="0"/>
            </a:br>
            <a:endParaRPr lang="en" altLang="zh-CN" dirty="0"/>
          </a:p>
          <a:p>
            <a:pPr lvl="1"/>
            <a:endParaRPr kumimoji="1" lang="en" altLang="zh-CN" dirty="0"/>
          </a:p>
        </p:txBody>
      </p:sp>
      <p:sp>
        <p:nvSpPr>
          <p:cNvPr id="4" name="灯片编号占位符 3">
            <a:extLst>
              <a:ext uri="{FF2B5EF4-FFF2-40B4-BE49-F238E27FC236}">
                <a16:creationId xmlns:a16="http://schemas.microsoft.com/office/drawing/2014/main" id="{9A9CF85C-658A-B653-7BDD-805699064C94}"/>
              </a:ext>
            </a:extLst>
          </p:cNvPr>
          <p:cNvSpPr>
            <a:spLocks noGrp="1"/>
          </p:cNvSpPr>
          <p:nvPr>
            <p:ph type="sldNum" sz="quarter" idx="12"/>
          </p:nvPr>
        </p:nvSpPr>
        <p:spPr/>
        <p:txBody>
          <a:bodyPr/>
          <a:lstStyle/>
          <a:p>
            <a:fld id="{CB818ED7-1FAF-4BEC-A906-EB6564C334EB}" type="slidenum">
              <a:rPr lang="zh-CN" altLang="en-US" smtClean="0"/>
              <a:pPr/>
              <a:t>29</a:t>
            </a:fld>
            <a:endParaRPr lang="zh-CN" altLang="en-US" dirty="0"/>
          </a:p>
        </p:txBody>
      </p:sp>
      <p:sp>
        <p:nvSpPr>
          <p:cNvPr id="6" name="文本框 5">
            <a:extLst>
              <a:ext uri="{FF2B5EF4-FFF2-40B4-BE49-F238E27FC236}">
                <a16:creationId xmlns:a16="http://schemas.microsoft.com/office/drawing/2014/main" id="{05FBE56B-029C-37F2-8F03-90083A4C4832}"/>
              </a:ext>
            </a:extLst>
          </p:cNvPr>
          <p:cNvSpPr txBox="1"/>
          <p:nvPr/>
        </p:nvSpPr>
        <p:spPr>
          <a:xfrm>
            <a:off x="428852" y="1450763"/>
            <a:ext cx="6174432" cy="3323987"/>
          </a:xfrm>
          <a:prstGeom prst="rect">
            <a:avLst/>
          </a:prstGeom>
          <a:noFill/>
        </p:spPr>
        <p:txBody>
          <a:bodyPr wrap="square">
            <a:spAutoFit/>
          </a:bodyPr>
          <a:lstStyle/>
          <a:p>
            <a:pPr algn="l" latinLnBrk="0">
              <a:buNone/>
            </a:pPr>
            <a:r>
              <a:rPr lang="en" altLang="zh-CN" sz="1400" b="0" i="1" dirty="0">
                <a:solidFill>
                  <a:srgbClr val="0099FF"/>
                </a:solidFill>
                <a:effectLst/>
                <a:latin typeface="SFMono-Regular"/>
              </a:rPr>
              <a:t>// The greeter service definition.</a:t>
            </a:r>
          </a:p>
          <a:p>
            <a:pPr algn="l" latinLnBrk="0">
              <a:buNone/>
            </a:pPr>
            <a:r>
              <a:rPr lang="en" altLang="zh-CN" sz="1400" b="1" i="0" dirty="0">
                <a:solidFill>
                  <a:srgbClr val="006699"/>
                </a:solidFill>
                <a:effectLst/>
                <a:latin typeface="SFMono-Regular"/>
              </a:rPr>
              <a:t>service</a:t>
            </a:r>
            <a:r>
              <a:rPr lang="en" altLang="zh-CN" sz="1400" b="0" i="0" dirty="0">
                <a:solidFill>
                  <a:srgbClr val="222222"/>
                </a:solidFill>
                <a:effectLst/>
                <a:latin typeface="SFMono-Regular"/>
              </a:rPr>
              <a:t> Greeter {</a:t>
            </a:r>
            <a:endParaRPr lang="en" altLang="zh-CN" sz="1400" b="0" i="0" dirty="0">
              <a:solidFill>
                <a:srgbClr val="AA0000"/>
              </a:solidFill>
              <a:effectLst/>
              <a:latin typeface="SFMono-Regular"/>
            </a:endParaRPr>
          </a:p>
          <a:p>
            <a:pPr algn="l" latinLnBrk="0">
              <a:buNone/>
            </a:pPr>
            <a:r>
              <a:rPr lang="en" altLang="zh-CN" sz="1400" b="0" i="0" dirty="0">
                <a:solidFill>
                  <a:srgbClr val="222222"/>
                </a:solidFill>
                <a:effectLst/>
                <a:latin typeface="SFMono-Regular"/>
              </a:rPr>
              <a:t>  </a:t>
            </a:r>
            <a:r>
              <a:rPr lang="en" altLang="zh-CN" sz="1400" b="0" i="1" dirty="0">
                <a:solidFill>
                  <a:srgbClr val="0099FF"/>
                </a:solidFill>
                <a:effectLst/>
                <a:latin typeface="SFMono-Regular"/>
              </a:rPr>
              <a:t>// Sends a greeting</a:t>
            </a:r>
          </a:p>
          <a:p>
            <a:pPr algn="l" latinLnBrk="0">
              <a:buNone/>
            </a:pPr>
            <a:r>
              <a:rPr lang="en" altLang="zh-CN" sz="1400" b="0" i="0" dirty="0">
                <a:solidFill>
                  <a:srgbClr val="222222"/>
                </a:solidFill>
                <a:effectLst/>
                <a:latin typeface="SFMono-Regular"/>
              </a:rPr>
              <a:t>  </a:t>
            </a:r>
            <a:r>
              <a:rPr lang="en" altLang="zh-CN" sz="1400" b="1" i="0" dirty="0" err="1">
                <a:solidFill>
                  <a:srgbClr val="006699"/>
                </a:solidFill>
                <a:effectLst/>
                <a:latin typeface="SFMono-Regular"/>
              </a:rPr>
              <a:t>rpc</a:t>
            </a:r>
            <a:r>
              <a:rPr lang="en" altLang="zh-CN" sz="1400" b="0" i="0" dirty="0">
                <a:solidFill>
                  <a:srgbClr val="222222"/>
                </a:solidFill>
                <a:effectLst/>
                <a:latin typeface="SFMono-Regular"/>
              </a:rPr>
              <a:t> </a:t>
            </a:r>
            <a:r>
              <a:rPr lang="en" altLang="zh-CN" sz="1400" b="0" i="0" dirty="0" err="1">
                <a:solidFill>
                  <a:srgbClr val="222222"/>
                </a:solidFill>
                <a:effectLst/>
                <a:latin typeface="SFMono-Regular"/>
              </a:rPr>
              <a:t>SayHello</a:t>
            </a:r>
            <a:r>
              <a:rPr lang="en" altLang="zh-CN" sz="1400" b="0" i="0" dirty="0">
                <a:solidFill>
                  <a:srgbClr val="222222"/>
                </a:solidFill>
                <a:effectLst/>
                <a:latin typeface="SFMono-Regular"/>
              </a:rPr>
              <a:t> (</a:t>
            </a:r>
            <a:r>
              <a:rPr lang="en" altLang="zh-CN" sz="1400" b="0" i="0" dirty="0" err="1">
                <a:solidFill>
                  <a:srgbClr val="222222"/>
                </a:solidFill>
                <a:effectLst/>
                <a:latin typeface="SFMono-Regular"/>
              </a:rPr>
              <a:t>HelloRequest</a:t>
            </a:r>
            <a:r>
              <a:rPr lang="en" altLang="zh-CN" sz="1400" b="0" i="0" dirty="0">
                <a:solidFill>
                  <a:srgbClr val="222222"/>
                </a:solidFill>
                <a:effectLst/>
                <a:latin typeface="SFMono-Regular"/>
              </a:rPr>
              <a:t>) </a:t>
            </a:r>
            <a:r>
              <a:rPr lang="en" altLang="zh-CN" sz="1400" b="1" i="0" dirty="0">
                <a:solidFill>
                  <a:srgbClr val="006699"/>
                </a:solidFill>
                <a:effectLst/>
                <a:latin typeface="SFMono-Regular"/>
              </a:rPr>
              <a:t>returns</a:t>
            </a:r>
            <a:r>
              <a:rPr lang="en" altLang="zh-CN" sz="1400" b="0" i="0" dirty="0">
                <a:solidFill>
                  <a:srgbClr val="222222"/>
                </a:solidFill>
                <a:effectLst/>
                <a:latin typeface="SFMono-Regular"/>
              </a:rPr>
              <a:t> (</a:t>
            </a:r>
            <a:r>
              <a:rPr lang="en" altLang="zh-CN" sz="1400" b="0" i="0" dirty="0" err="1">
                <a:solidFill>
                  <a:srgbClr val="222222"/>
                </a:solidFill>
                <a:effectLst/>
                <a:latin typeface="SFMono-Regular"/>
              </a:rPr>
              <a:t>HelloReply</a:t>
            </a:r>
            <a:r>
              <a:rPr lang="en" altLang="zh-CN" sz="1400" b="0" i="0" dirty="0">
                <a:solidFill>
                  <a:srgbClr val="222222"/>
                </a:solidFill>
                <a:effectLst/>
                <a:latin typeface="SFMono-Regular"/>
              </a:rPr>
              <a:t>) {}</a:t>
            </a:r>
            <a:endParaRPr lang="en" altLang="zh-CN" sz="1400" b="0" i="0" dirty="0">
              <a:solidFill>
                <a:srgbClr val="AA0000"/>
              </a:solidFill>
              <a:effectLst/>
              <a:latin typeface="SFMono-Regular"/>
            </a:endParaRPr>
          </a:p>
          <a:p>
            <a:pPr algn="l" latinLnBrk="0">
              <a:buNone/>
            </a:pPr>
            <a:r>
              <a:rPr lang="en" altLang="zh-CN" sz="1400" b="0" i="0" dirty="0">
                <a:solidFill>
                  <a:srgbClr val="222222"/>
                </a:solidFill>
                <a:effectLst/>
                <a:latin typeface="SFMono-Regular"/>
              </a:rPr>
              <a:t>}</a:t>
            </a:r>
            <a:endParaRPr lang="en" altLang="zh-CN" sz="1400" b="0" i="0" dirty="0">
              <a:solidFill>
                <a:srgbClr val="AA0000"/>
              </a:solidFill>
              <a:effectLst/>
              <a:latin typeface="SFMono-Regular"/>
            </a:endParaRPr>
          </a:p>
          <a:p>
            <a:pPr algn="l" latinLnBrk="0">
              <a:buNone/>
            </a:pPr>
            <a:endParaRPr lang="en" altLang="zh-CN" sz="1400" b="0" i="0" dirty="0">
              <a:solidFill>
                <a:srgbClr val="AA0000"/>
              </a:solidFill>
              <a:effectLst/>
              <a:latin typeface="SFMono-Regular"/>
            </a:endParaRPr>
          </a:p>
          <a:p>
            <a:pPr algn="l" latinLnBrk="0">
              <a:buNone/>
            </a:pPr>
            <a:r>
              <a:rPr lang="en" altLang="zh-CN" sz="1400" b="0" i="1" dirty="0">
                <a:solidFill>
                  <a:srgbClr val="0099FF"/>
                </a:solidFill>
                <a:effectLst/>
                <a:latin typeface="SFMono-Regular"/>
              </a:rPr>
              <a:t>// The request message containing the user's name.</a:t>
            </a:r>
          </a:p>
          <a:p>
            <a:pPr algn="l" latinLnBrk="0">
              <a:buNone/>
            </a:pPr>
            <a:r>
              <a:rPr lang="en" altLang="zh-CN" sz="1400" b="1" i="0" dirty="0">
                <a:solidFill>
                  <a:srgbClr val="006699"/>
                </a:solidFill>
                <a:effectLst/>
                <a:latin typeface="SFMono-Regular"/>
              </a:rPr>
              <a:t>message</a:t>
            </a:r>
            <a:r>
              <a:rPr lang="en" altLang="zh-CN" sz="1400" b="0" i="0" dirty="0">
                <a:solidFill>
                  <a:srgbClr val="222222"/>
                </a:solidFill>
                <a:effectLst/>
                <a:latin typeface="SFMono-Regular"/>
              </a:rPr>
              <a:t> </a:t>
            </a:r>
            <a:r>
              <a:rPr lang="en" altLang="zh-CN" sz="1400" b="1" i="0" dirty="0" err="1">
                <a:solidFill>
                  <a:srgbClr val="00AA88"/>
                </a:solidFill>
                <a:effectLst/>
                <a:latin typeface="SFMono-Regular"/>
              </a:rPr>
              <a:t>HelloRequest</a:t>
            </a:r>
            <a:r>
              <a:rPr lang="en" altLang="zh-CN" sz="1400" b="0" i="0" dirty="0">
                <a:solidFill>
                  <a:srgbClr val="222222"/>
                </a:solidFill>
                <a:effectLst/>
                <a:latin typeface="SFMono-Regular"/>
              </a:rPr>
              <a:t> {</a:t>
            </a:r>
            <a:endParaRPr lang="en" altLang="zh-CN" sz="1400" b="0" i="0" dirty="0">
              <a:solidFill>
                <a:srgbClr val="AA0000"/>
              </a:solidFill>
              <a:effectLst/>
              <a:latin typeface="SFMono-Regular"/>
            </a:endParaRPr>
          </a:p>
          <a:p>
            <a:pPr algn="l" latinLnBrk="0">
              <a:buNone/>
            </a:pPr>
            <a:r>
              <a:rPr lang="en" altLang="zh-CN" sz="1400" b="0" i="0" dirty="0">
                <a:solidFill>
                  <a:srgbClr val="222222"/>
                </a:solidFill>
                <a:effectLst/>
                <a:latin typeface="SFMono-Regular"/>
              </a:rPr>
              <a:t>  </a:t>
            </a:r>
            <a:r>
              <a:rPr lang="en" altLang="zh-CN" sz="1400" b="1" i="0" dirty="0">
                <a:solidFill>
                  <a:srgbClr val="007788"/>
                </a:solidFill>
                <a:effectLst/>
                <a:latin typeface="SFMono-Regular"/>
              </a:rPr>
              <a:t>string</a:t>
            </a:r>
            <a:r>
              <a:rPr lang="en" altLang="zh-CN" sz="1400" b="0" i="0" dirty="0">
                <a:solidFill>
                  <a:srgbClr val="222222"/>
                </a:solidFill>
                <a:effectLst/>
                <a:latin typeface="SFMono-Regular"/>
              </a:rPr>
              <a:t> name </a:t>
            </a:r>
            <a:r>
              <a:rPr lang="en" altLang="zh-CN" sz="1400" b="0" i="0" dirty="0">
                <a:solidFill>
                  <a:srgbClr val="555555"/>
                </a:solidFill>
                <a:effectLst/>
                <a:latin typeface="SFMono-Regular"/>
              </a:rPr>
              <a:t>=</a:t>
            </a:r>
            <a:r>
              <a:rPr lang="en" altLang="zh-CN" sz="1400" b="0" i="0" dirty="0">
                <a:solidFill>
                  <a:srgbClr val="222222"/>
                </a:solidFill>
                <a:effectLst/>
                <a:latin typeface="SFMono-Regular"/>
              </a:rPr>
              <a:t> </a:t>
            </a:r>
            <a:r>
              <a:rPr lang="en" altLang="zh-CN" sz="1400" b="0" i="0" dirty="0">
                <a:solidFill>
                  <a:srgbClr val="FF6600"/>
                </a:solidFill>
                <a:effectLst/>
                <a:latin typeface="SFMono-Regular"/>
              </a:rPr>
              <a:t>1</a:t>
            </a:r>
            <a:r>
              <a:rPr lang="en" altLang="zh-CN" sz="1400" b="0" i="0" dirty="0">
                <a:solidFill>
                  <a:srgbClr val="222222"/>
                </a:solidFill>
                <a:effectLst/>
                <a:latin typeface="SFMono-Regular"/>
              </a:rPr>
              <a:t>;</a:t>
            </a:r>
            <a:endParaRPr lang="en" altLang="zh-CN" sz="1400" b="0" i="0" dirty="0">
              <a:solidFill>
                <a:srgbClr val="AA0000"/>
              </a:solidFill>
              <a:effectLst/>
              <a:latin typeface="SFMono-Regular"/>
            </a:endParaRPr>
          </a:p>
          <a:p>
            <a:pPr algn="l" latinLnBrk="0">
              <a:buNone/>
            </a:pPr>
            <a:r>
              <a:rPr lang="en" altLang="zh-CN" sz="1400" b="0" i="0" dirty="0">
                <a:solidFill>
                  <a:srgbClr val="222222"/>
                </a:solidFill>
                <a:effectLst/>
                <a:latin typeface="SFMono-Regular"/>
              </a:rPr>
              <a:t>}</a:t>
            </a:r>
            <a:endParaRPr lang="en" altLang="zh-CN" sz="1400" b="0" i="0" dirty="0">
              <a:solidFill>
                <a:srgbClr val="AA0000"/>
              </a:solidFill>
              <a:effectLst/>
              <a:latin typeface="SFMono-Regular"/>
            </a:endParaRPr>
          </a:p>
          <a:p>
            <a:pPr algn="l" latinLnBrk="0">
              <a:buNone/>
            </a:pPr>
            <a:endParaRPr lang="en" altLang="zh-CN" sz="1400" b="0" i="0" dirty="0">
              <a:solidFill>
                <a:srgbClr val="AA0000"/>
              </a:solidFill>
              <a:effectLst/>
              <a:latin typeface="SFMono-Regular"/>
            </a:endParaRPr>
          </a:p>
          <a:p>
            <a:pPr algn="l" latinLnBrk="0">
              <a:buNone/>
            </a:pPr>
            <a:r>
              <a:rPr lang="en" altLang="zh-CN" sz="1400" b="0" i="1" dirty="0">
                <a:solidFill>
                  <a:srgbClr val="0099FF"/>
                </a:solidFill>
                <a:effectLst/>
                <a:latin typeface="SFMono-Regular"/>
              </a:rPr>
              <a:t>// The response message containing the greetings</a:t>
            </a:r>
          </a:p>
          <a:p>
            <a:pPr algn="l" latinLnBrk="0">
              <a:buNone/>
            </a:pPr>
            <a:r>
              <a:rPr lang="en" altLang="zh-CN" sz="1400" b="1" i="0" dirty="0">
                <a:solidFill>
                  <a:srgbClr val="006699"/>
                </a:solidFill>
                <a:effectLst/>
                <a:latin typeface="SFMono-Regular"/>
              </a:rPr>
              <a:t>message</a:t>
            </a:r>
            <a:r>
              <a:rPr lang="en" altLang="zh-CN" sz="1400" b="0" i="0" dirty="0">
                <a:solidFill>
                  <a:srgbClr val="222222"/>
                </a:solidFill>
                <a:effectLst/>
                <a:latin typeface="SFMono-Regular"/>
              </a:rPr>
              <a:t> </a:t>
            </a:r>
            <a:r>
              <a:rPr lang="en" altLang="zh-CN" sz="1400" b="1" i="0" dirty="0" err="1">
                <a:solidFill>
                  <a:srgbClr val="00AA88"/>
                </a:solidFill>
                <a:effectLst/>
                <a:latin typeface="SFMono-Regular"/>
              </a:rPr>
              <a:t>HelloReply</a:t>
            </a:r>
            <a:r>
              <a:rPr lang="en" altLang="zh-CN" sz="1400" b="0" i="0" dirty="0">
                <a:solidFill>
                  <a:srgbClr val="222222"/>
                </a:solidFill>
                <a:effectLst/>
                <a:latin typeface="SFMono-Regular"/>
              </a:rPr>
              <a:t> {</a:t>
            </a:r>
            <a:endParaRPr lang="en" altLang="zh-CN" sz="1400" b="0" i="0" dirty="0">
              <a:solidFill>
                <a:srgbClr val="AA0000"/>
              </a:solidFill>
              <a:effectLst/>
              <a:latin typeface="SFMono-Regular"/>
            </a:endParaRPr>
          </a:p>
          <a:p>
            <a:pPr algn="l" latinLnBrk="0">
              <a:buNone/>
            </a:pPr>
            <a:r>
              <a:rPr lang="en" altLang="zh-CN" sz="1400" b="0" i="0" dirty="0">
                <a:solidFill>
                  <a:srgbClr val="222222"/>
                </a:solidFill>
                <a:effectLst/>
                <a:latin typeface="SFMono-Regular"/>
              </a:rPr>
              <a:t>  </a:t>
            </a:r>
            <a:r>
              <a:rPr lang="en" altLang="zh-CN" sz="1400" b="1" i="0" dirty="0">
                <a:solidFill>
                  <a:srgbClr val="007788"/>
                </a:solidFill>
                <a:effectLst/>
                <a:latin typeface="SFMono-Regular"/>
              </a:rPr>
              <a:t>string</a:t>
            </a:r>
            <a:r>
              <a:rPr lang="en" altLang="zh-CN" sz="1400" b="0" i="0" dirty="0">
                <a:solidFill>
                  <a:srgbClr val="222222"/>
                </a:solidFill>
                <a:effectLst/>
                <a:latin typeface="SFMono-Regular"/>
              </a:rPr>
              <a:t> </a:t>
            </a:r>
            <a:r>
              <a:rPr lang="en" altLang="zh-CN" sz="1400" b="1" i="0" dirty="0">
                <a:solidFill>
                  <a:srgbClr val="006699"/>
                </a:solidFill>
                <a:effectLst/>
                <a:latin typeface="SFMono-Regular"/>
              </a:rPr>
              <a:t>message</a:t>
            </a:r>
            <a:r>
              <a:rPr lang="en" altLang="zh-CN" sz="1400" b="0" i="0" dirty="0">
                <a:solidFill>
                  <a:srgbClr val="222222"/>
                </a:solidFill>
                <a:effectLst/>
                <a:latin typeface="SFMono-Regular"/>
              </a:rPr>
              <a:t> </a:t>
            </a:r>
            <a:r>
              <a:rPr lang="en" altLang="zh-CN" sz="1400" b="0" i="0" dirty="0">
                <a:solidFill>
                  <a:srgbClr val="555555"/>
                </a:solidFill>
                <a:effectLst/>
                <a:latin typeface="SFMono-Regular"/>
              </a:rPr>
              <a:t>=</a:t>
            </a:r>
            <a:r>
              <a:rPr lang="en" altLang="zh-CN" sz="1400" b="0" i="0" dirty="0">
                <a:solidFill>
                  <a:srgbClr val="222222"/>
                </a:solidFill>
                <a:effectLst/>
                <a:latin typeface="SFMono-Regular"/>
              </a:rPr>
              <a:t> </a:t>
            </a:r>
            <a:r>
              <a:rPr lang="en" altLang="zh-CN" sz="1400" b="0" i="0" dirty="0">
                <a:solidFill>
                  <a:srgbClr val="FF6600"/>
                </a:solidFill>
                <a:effectLst/>
                <a:latin typeface="SFMono-Regular"/>
              </a:rPr>
              <a:t>1</a:t>
            </a:r>
            <a:r>
              <a:rPr lang="en" altLang="zh-CN" sz="1400" b="0" i="0" dirty="0">
                <a:solidFill>
                  <a:srgbClr val="222222"/>
                </a:solidFill>
                <a:effectLst/>
                <a:latin typeface="SFMono-Regular"/>
              </a:rPr>
              <a:t>;</a:t>
            </a:r>
            <a:endParaRPr lang="en" altLang="zh-CN" sz="1400" b="0" i="0" dirty="0">
              <a:solidFill>
                <a:srgbClr val="AA0000"/>
              </a:solidFill>
              <a:effectLst/>
              <a:latin typeface="SFMono-Regular"/>
            </a:endParaRPr>
          </a:p>
          <a:p>
            <a:pPr algn="l">
              <a:buNone/>
            </a:pPr>
            <a:r>
              <a:rPr lang="en" altLang="zh-CN" sz="1400" b="0" i="0" dirty="0">
                <a:solidFill>
                  <a:srgbClr val="222222"/>
                </a:solidFill>
                <a:effectLst/>
                <a:latin typeface="SFMono-Regular"/>
              </a:rPr>
              <a:t>}</a:t>
            </a:r>
          </a:p>
        </p:txBody>
      </p:sp>
    </p:spTree>
    <p:extLst>
      <p:ext uri="{BB962C8B-B14F-4D97-AF65-F5344CB8AC3E}">
        <p14:creationId xmlns:p14="http://schemas.microsoft.com/office/powerpoint/2010/main" val="40193634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ADD293-BA9C-9C39-12CF-6752042DA61B}"/>
              </a:ext>
            </a:extLst>
          </p:cNvPr>
          <p:cNvSpPr>
            <a:spLocks noGrp="1"/>
          </p:cNvSpPr>
          <p:nvPr>
            <p:ph type="title"/>
          </p:nvPr>
        </p:nvSpPr>
        <p:spPr/>
        <p:txBody>
          <a:bodyPr/>
          <a:lstStyle/>
          <a:p>
            <a:r>
              <a:rPr kumimoji="1" lang="en-US" altLang="zh-CN" dirty="0"/>
              <a:t>Core</a:t>
            </a:r>
            <a:r>
              <a:rPr kumimoji="1" lang="zh-CN" altLang="en-US" dirty="0"/>
              <a:t> </a:t>
            </a:r>
            <a:r>
              <a:rPr kumimoji="1" lang="en-US" altLang="zh-CN" dirty="0"/>
              <a:t>Concepts</a:t>
            </a:r>
            <a:endParaRPr kumimoji="1" lang="zh-CN" altLang="en-US" dirty="0"/>
          </a:p>
        </p:txBody>
      </p:sp>
      <p:sp>
        <p:nvSpPr>
          <p:cNvPr id="3" name="内容占位符 2">
            <a:extLst>
              <a:ext uri="{FF2B5EF4-FFF2-40B4-BE49-F238E27FC236}">
                <a16:creationId xmlns:a16="http://schemas.microsoft.com/office/drawing/2014/main" id="{065AE545-84B7-1105-6D7B-E2E17ED2EDCB}"/>
              </a:ext>
            </a:extLst>
          </p:cNvPr>
          <p:cNvSpPr>
            <a:spLocks noGrp="1"/>
          </p:cNvSpPr>
          <p:nvPr>
            <p:ph idx="1"/>
          </p:nvPr>
        </p:nvSpPr>
        <p:spPr/>
        <p:txBody>
          <a:bodyPr/>
          <a:lstStyle/>
          <a:p>
            <a:r>
              <a:rPr lang="en" altLang="zh-CN" dirty="0"/>
              <a:t>Service definition</a:t>
            </a:r>
          </a:p>
          <a:p>
            <a:pPr lvl="1"/>
            <a:r>
              <a:rPr lang="en" altLang="zh-CN" dirty="0"/>
              <a:t>Like many RPC systems, </a:t>
            </a:r>
            <a:r>
              <a:rPr lang="en" altLang="zh-CN" dirty="0" err="1"/>
              <a:t>gRPC</a:t>
            </a:r>
            <a:r>
              <a:rPr lang="en" altLang="zh-CN" dirty="0"/>
              <a:t> is based around the idea of defining a service, specifying the methods that can be called remotely with their parameters and return types. </a:t>
            </a:r>
          </a:p>
          <a:p>
            <a:endParaRPr kumimoji="1" lang="zh-CN" altLang="en-US" dirty="0"/>
          </a:p>
        </p:txBody>
      </p:sp>
      <p:sp>
        <p:nvSpPr>
          <p:cNvPr id="4" name="灯片编号占位符 3">
            <a:extLst>
              <a:ext uri="{FF2B5EF4-FFF2-40B4-BE49-F238E27FC236}">
                <a16:creationId xmlns:a16="http://schemas.microsoft.com/office/drawing/2014/main" id="{84498630-A2B6-C91A-28EA-9A5188678DB0}"/>
              </a:ext>
            </a:extLst>
          </p:cNvPr>
          <p:cNvSpPr>
            <a:spLocks noGrp="1"/>
          </p:cNvSpPr>
          <p:nvPr>
            <p:ph type="sldNum" sz="quarter" idx="12"/>
          </p:nvPr>
        </p:nvSpPr>
        <p:spPr/>
        <p:txBody>
          <a:bodyPr/>
          <a:lstStyle/>
          <a:p>
            <a:fld id="{CB818ED7-1FAF-4BEC-A906-EB6564C334EB}" type="slidenum">
              <a:rPr lang="zh-CN" altLang="en-US" smtClean="0"/>
              <a:pPr/>
              <a:t>30</a:t>
            </a:fld>
            <a:endParaRPr lang="zh-CN" altLang="en-US" dirty="0"/>
          </a:p>
        </p:txBody>
      </p:sp>
      <p:sp>
        <p:nvSpPr>
          <p:cNvPr id="8" name="文本框 7">
            <a:extLst>
              <a:ext uri="{FF2B5EF4-FFF2-40B4-BE49-F238E27FC236}">
                <a16:creationId xmlns:a16="http://schemas.microsoft.com/office/drawing/2014/main" id="{15D747FB-5004-1908-F75D-72435602E63A}"/>
              </a:ext>
            </a:extLst>
          </p:cNvPr>
          <p:cNvSpPr txBox="1"/>
          <p:nvPr/>
        </p:nvSpPr>
        <p:spPr>
          <a:xfrm>
            <a:off x="755576" y="1707654"/>
            <a:ext cx="5040560" cy="3293209"/>
          </a:xfrm>
          <a:prstGeom prst="rect">
            <a:avLst/>
          </a:prstGeom>
          <a:noFill/>
        </p:spPr>
        <p:txBody>
          <a:bodyPr wrap="square">
            <a:spAutoFit/>
          </a:bodyPr>
          <a:lstStyle/>
          <a:p>
            <a:pPr algn="l" latinLnBrk="0">
              <a:buNone/>
            </a:pPr>
            <a:r>
              <a:rPr lang="en" altLang="zh-CN" sz="1600" b="1" i="0" dirty="0">
                <a:solidFill>
                  <a:srgbClr val="006699"/>
                </a:solidFill>
                <a:effectLst/>
                <a:latin typeface="SFMono-Regular"/>
              </a:rPr>
              <a:t>service</a:t>
            </a:r>
            <a:r>
              <a:rPr lang="en" altLang="zh-CN" sz="1600" b="0" i="0" dirty="0">
                <a:solidFill>
                  <a:srgbClr val="222222"/>
                </a:solidFill>
                <a:effectLst/>
                <a:latin typeface="SFMono-Regular"/>
              </a:rPr>
              <a:t> </a:t>
            </a:r>
            <a:r>
              <a:rPr lang="en" altLang="zh-CN" sz="1600" b="0" i="0" dirty="0" err="1">
                <a:solidFill>
                  <a:srgbClr val="222222"/>
                </a:solidFill>
                <a:effectLst/>
                <a:latin typeface="SFMono-Regular"/>
              </a:rPr>
              <a:t>HelloService</a:t>
            </a:r>
            <a:r>
              <a:rPr lang="en" altLang="zh-CN" sz="1600" b="0" i="0" dirty="0">
                <a:solidFill>
                  <a:srgbClr val="222222"/>
                </a:solidFill>
                <a:effectLst/>
                <a:latin typeface="SFMono-Regular"/>
              </a:rPr>
              <a:t> {</a:t>
            </a:r>
            <a:endParaRPr lang="en" altLang="zh-CN" sz="1600" b="0" i="0" dirty="0">
              <a:solidFill>
                <a:srgbClr val="AA0000"/>
              </a:solidFill>
              <a:effectLst/>
              <a:latin typeface="SFMono-Regular"/>
            </a:endParaRPr>
          </a:p>
          <a:p>
            <a:pPr algn="l" latinLnBrk="0">
              <a:buNone/>
            </a:pPr>
            <a:r>
              <a:rPr lang="en" altLang="zh-CN" sz="1600" b="0" i="0" dirty="0">
                <a:solidFill>
                  <a:srgbClr val="222222"/>
                </a:solidFill>
                <a:effectLst/>
                <a:latin typeface="SFMono-Regular"/>
              </a:rPr>
              <a:t>  </a:t>
            </a:r>
            <a:r>
              <a:rPr lang="en" altLang="zh-CN" sz="1600" b="1" i="0" dirty="0" err="1">
                <a:solidFill>
                  <a:srgbClr val="006699"/>
                </a:solidFill>
                <a:effectLst/>
                <a:latin typeface="SFMono-Regular"/>
              </a:rPr>
              <a:t>rpc</a:t>
            </a:r>
            <a:r>
              <a:rPr lang="en" altLang="zh-CN" sz="1600" b="0" i="0" dirty="0">
                <a:solidFill>
                  <a:srgbClr val="222222"/>
                </a:solidFill>
                <a:effectLst/>
                <a:latin typeface="SFMono-Regular"/>
              </a:rPr>
              <a:t> </a:t>
            </a:r>
            <a:r>
              <a:rPr lang="en" altLang="zh-CN" sz="1600" b="0" i="0" dirty="0" err="1">
                <a:solidFill>
                  <a:srgbClr val="222222"/>
                </a:solidFill>
                <a:effectLst/>
                <a:latin typeface="SFMono-Regular"/>
              </a:rPr>
              <a:t>SayHello</a:t>
            </a:r>
            <a:r>
              <a:rPr lang="en" altLang="zh-CN" sz="1600" b="0" i="0" dirty="0">
                <a:solidFill>
                  <a:srgbClr val="222222"/>
                </a:solidFill>
                <a:effectLst/>
                <a:latin typeface="SFMono-Regular"/>
              </a:rPr>
              <a:t> (</a:t>
            </a:r>
            <a:r>
              <a:rPr lang="en" altLang="zh-CN" sz="1600" b="0" i="0" dirty="0" err="1">
                <a:solidFill>
                  <a:srgbClr val="222222"/>
                </a:solidFill>
                <a:effectLst/>
                <a:latin typeface="SFMono-Regular"/>
              </a:rPr>
              <a:t>HelloRequest</a:t>
            </a:r>
            <a:r>
              <a:rPr lang="en" altLang="zh-CN" sz="1600" b="0" i="0" dirty="0">
                <a:solidFill>
                  <a:srgbClr val="222222"/>
                </a:solidFill>
                <a:effectLst/>
                <a:latin typeface="SFMono-Regular"/>
              </a:rPr>
              <a:t>) </a:t>
            </a:r>
            <a:r>
              <a:rPr lang="en" altLang="zh-CN" sz="1600" b="1" i="0" dirty="0">
                <a:solidFill>
                  <a:srgbClr val="006699"/>
                </a:solidFill>
                <a:effectLst/>
                <a:latin typeface="SFMono-Regular"/>
              </a:rPr>
              <a:t>returns</a:t>
            </a:r>
            <a:r>
              <a:rPr lang="en" altLang="zh-CN" sz="1600" b="0" i="0" dirty="0">
                <a:solidFill>
                  <a:srgbClr val="222222"/>
                </a:solidFill>
                <a:effectLst/>
                <a:latin typeface="SFMono-Regular"/>
              </a:rPr>
              <a:t> (</a:t>
            </a:r>
            <a:r>
              <a:rPr lang="en" altLang="zh-CN" sz="1600" b="0" i="0" dirty="0" err="1">
                <a:solidFill>
                  <a:srgbClr val="222222"/>
                </a:solidFill>
                <a:effectLst/>
                <a:latin typeface="SFMono-Regular"/>
              </a:rPr>
              <a:t>HelloResponse</a:t>
            </a:r>
            <a:r>
              <a:rPr lang="en" altLang="zh-CN" sz="1600" b="0" i="0" dirty="0">
                <a:solidFill>
                  <a:srgbClr val="222222"/>
                </a:solidFill>
                <a:effectLst/>
                <a:latin typeface="SFMono-Regular"/>
              </a:rPr>
              <a:t>);</a:t>
            </a:r>
            <a:endParaRPr lang="en" altLang="zh-CN" sz="1600" b="0" i="0" dirty="0">
              <a:solidFill>
                <a:srgbClr val="AA0000"/>
              </a:solidFill>
              <a:effectLst/>
              <a:latin typeface="SFMono-Regular"/>
            </a:endParaRPr>
          </a:p>
          <a:p>
            <a:pPr algn="l" latinLnBrk="0">
              <a:buNone/>
            </a:pPr>
            <a:r>
              <a:rPr lang="en" altLang="zh-CN" sz="1600" b="0" i="0" dirty="0">
                <a:solidFill>
                  <a:srgbClr val="222222"/>
                </a:solidFill>
                <a:effectLst/>
                <a:latin typeface="SFMono-Regular"/>
              </a:rPr>
              <a:t>}</a:t>
            </a:r>
            <a:endParaRPr lang="en" altLang="zh-CN" sz="1600" b="0" i="0" dirty="0">
              <a:solidFill>
                <a:srgbClr val="AA0000"/>
              </a:solidFill>
              <a:effectLst/>
              <a:latin typeface="SFMono-Regular"/>
            </a:endParaRPr>
          </a:p>
          <a:p>
            <a:pPr algn="l" latinLnBrk="0">
              <a:buNone/>
            </a:pPr>
            <a:endParaRPr lang="en" altLang="zh-CN" sz="1600" b="0" i="0" dirty="0">
              <a:solidFill>
                <a:srgbClr val="AA0000"/>
              </a:solidFill>
              <a:effectLst/>
              <a:latin typeface="SFMono-Regular"/>
            </a:endParaRPr>
          </a:p>
          <a:p>
            <a:pPr algn="l" latinLnBrk="0">
              <a:buNone/>
            </a:pPr>
            <a:r>
              <a:rPr lang="en" altLang="zh-CN" sz="1600" b="1" i="0" dirty="0">
                <a:solidFill>
                  <a:srgbClr val="006699"/>
                </a:solidFill>
                <a:effectLst/>
                <a:latin typeface="SFMono-Regular"/>
              </a:rPr>
              <a:t>message</a:t>
            </a:r>
            <a:r>
              <a:rPr lang="en" altLang="zh-CN" sz="1600" b="0" i="0" dirty="0">
                <a:solidFill>
                  <a:srgbClr val="222222"/>
                </a:solidFill>
                <a:effectLst/>
                <a:latin typeface="SFMono-Regular"/>
              </a:rPr>
              <a:t> </a:t>
            </a:r>
            <a:r>
              <a:rPr lang="en" altLang="zh-CN" sz="1600" b="1" i="0" dirty="0" err="1">
                <a:solidFill>
                  <a:srgbClr val="00AA88"/>
                </a:solidFill>
                <a:effectLst/>
                <a:latin typeface="SFMono-Regular"/>
              </a:rPr>
              <a:t>HelloRequest</a:t>
            </a:r>
            <a:r>
              <a:rPr lang="en" altLang="zh-CN" sz="1600" b="0" i="0" dirty="0">
                <a:solidFill>
                  <a:srgbClr val="222222"/>
                </a:solidFill>
                <a:effectLst/>
                <a:latin typeface="SFMono-Regular"/>
              </a:rPr>
              <a:t> {</a:t>
            </a:r>
            <a:endParaRPr lang="en" altLang="zh-CN" sz="1600" b="0" i="0" dirty="0">
              <a:solidFill>
                <a:srgbClr val="AA0000"/>
              </a:solidFill>
              <a:effectLst/>
              <a:latin typeface="SFMono-Regular"/>
            </a:endParaRPr>
          </a:p>
          <a:p>
            <a:pPr algn="l" latinLnBrk="0">
              <a:buNone/>
            </a:pPr>
            <a:r>
              <a:rPr lang="en" altLang="zh-CN" sz="1600" b="0" i="0" dirty="0">
                <a:solidFill>
                  <a:srgbClr val="222222"/>
                </a:solidFill>
                <a:effectLst/>
                <a:latin typeface="SFMono-Regular"/>
              </a:rPr>
              <a:t>  </a:t>
            </a:r>
            <a:r>
              <a:rPr lang="en" altLang="zh-CN" sz="1600" b="1" i="0" dirty="0">
                <a:solidFill>
                  <a:srgbClr val="007788"/>
                </a:solidFill>
                <a:effectLst/>
                <a:latin typeface="SFMono-Regular"/>
              </a:rPr>
              <a:t>string</a:t>
            </a:r>
            <a:r>
              <a:rPr lang="en" altLang="zh-CN" sz="1600" b="0" i="0" dirty="0">
                <a:solidFill>
                  <a:srgbClr val="222222"/>
                </a:solidFill>
                <a:effectLst/>
                <a:latin typeface="SFMono-Regular"/>
              </a:rPr>
              <a:t> greeting </a:t>
            </a:r>
            <a:r>
              <a:rPr lang="en" altLang="zh-CN" sz="1600" b="0" i="0" dirty="0">
                <a:solidFill>
                  <a:srgbClr val="555555"/>
                </a:solidFill>
                <a:effectLst/>
                <a:latin typeface="SFMono-Regular"/>
              </a:rPr>
              <a:t>=</a:t>
            </a:r>
            <a:r>
              <a:rPr lang="en" altLang="zh-CN" sz="1600" b="0" i="0" dirty="0">
                <a:solidFill>
                  <a:srgbClr val="222222"/>
                </a:solidFill>
                <a:effectLst/>
                <a:latin typeface="SFMono-Regular"/>
              </a:rPr>
              <a:t> </a:t>
            </a:r>
            <a:r>
              <a:rPr lang="en" altLang="zh-CN" sz="1600" b="0" i="0" dirty="0">
                <a:solidFill>
                  <a:srgbClr val="FF6600"/>
                </a:solidFill>
                <a:effectLst/>
                <a:latin typeface="SFMono-Regular"/>
              </a:rPr>
              <a:t>1</a:t>
            </a:r>
            <a:r>
              <a:rPr lang="en" altLang="zh-CN" sz="1600" b="0" i="0" dirty="0">
                <a:solidFill>
                  <a:srgbClr val="222222"/>
                </a:solidFill>
                <a:effectLst/>
                <a:latin typeface="SFMono-Regular"/>
              </a:rPr>
              <a:t>;</a:t>
            </a:r>
            <a:endParaRPr lang="en" altLang="zh-CN" sz="1600" b="0" i="0" dirty="0">
              <a:solidFill>
                <a:srgbClr val="AA0000"/>
              </a:solidFill>
              <a:effectLst/>
              <a:latin typeface="SFMono-Regular"/>
            </a:endParaRPr>
          </a:p>
          <a:p>
            <a:pPr algn="l" latinLnBrk="0">
              <a:buNone/>
            </a:pPr>
            <a:r>
              <a:rPr lang="en" altLang="zh-CN" sz="1600" b="0" i="0" dirty="0">
                <a:solidFill>
                  <a:srgbClr val="222222"/>
                </a:solidFill>
                <a:effectLst/>
                <a:latin typeface="SFMono-Regular"/>
              </a:rPr>
              <a:t>}</a:t>
            </a:r>
            <a:endParaRPr lang="en" altLang="zh-CN" sz="1600" b="0" i="0" dirty="0">
              <a:solidFill>
                <a:srgbClr val="AA0000"/>
              </a:solidFill>
              <a:effectLst/>
              <a:latin typeface="SFMono-Regular"/>
            </a:endParaRPr>
          </a:p>
          <a:p>
            <a:pPr algn="l" latinLnBrk="0">
              <a:buNone/>
            </a:pPr>
            <a:endParaRPr lang="en" altLang="zh-CN" sz="1600" b="0" i="0" dirty="0">
              <a:solidFill>
                <a:srgbClr val="AA0000"/>
              </a:solidFill>
              <a:effectLst/>
              <a:latin typeface="SFMono-Regular"/>
            </a:endParaRPr>
          </a:p>
          <a:p>
            <a:pPr algn="l" latinLnBrk="0">
              <a:buNone/>
            </a:pPr>
            <a:r>
              <a:rPr lang="en" altLang="zh-CN" sz="1600" b="1" i="0" dirty="0">
                <a:solidFill>
                  <a:srgbClr val="006699"/>
                </a:solidFill>
                <a:effectLst/>
                <a:latin typeface="SFMono-Regular"/>
              </a:rPr>
              <a:t>message</a:t>
            </a:r>
            <a:r>
              <a:rPr lang="en" altLang="zh-CN" sz="1600" b="0" i="0" dirty="0">
                <a:solidFill>
                  <a:srgbClr val="222222"/>
                </a:solidFill>
                <a:effectLst/>
                <a:latin typeface="SFMono-Regular"/>
              </a:rPr>
              <a:t> </a:t>
            </a:r>
            <a:r>
              <a:rPr lang="en" altLang="zh-CN" sz="1600" b="1" i="0" dirty="0" err="1">
                <a:solidFill>
                  <a:srgbClr val="00AA88"/>
                </a:solidFill>
                <a:effectLst/>
                <a:latin typeface="SFMono-Regular"/>
              </a:rPr>
              <a:t>HelloResponse</a:t>
            </a:r>
            <a:r>
              <a:rPr lang="en" altLang="zh-CN" sz="1600" b="0" i="0" dirty="0">
                <a:solidFill>
                  <a:srgbClr val="222222"/>
                </a:solidFill>
                <a:effectLst/>
                <a:latin typeface="SFMono-Regular"/>
              </a:rPr>
              <a:t> {</a:t>
            </a:r>
            <a:endParaRPr lang="en" altLang="zh-CN" sz="1600" b="0" i="0" dirty="0">
              <a:solidFill>
                <a:srgbClr val="AA0000"/>
              </a:solidFill>
              <a:effectLst/>
              <a:latin typeface="SFMono-Regular"/>
            </a:endParaRPr>
          </a:p>
          <a:p>
            <a:pPr algn="l" latinLnBrk="0">
              <a:buNone/>
            </a:pPr>
            <a:r>
              <a:rPr lang="en" altLang="zh-CN" sz="1600" b="0" i="0" dirty="0">
                <a:solidFill>
                  <a:srgbClr val="222222"/>
                </a:solidFill>
                <a:effectLst/>
                <a:latin typeface="SFMono-Regular"/>
              </a:rPr>
              <a:t>  </a:t>
            </a:r>
            <a:r>
              <a:rPr lang="en" altLang="zh-CN" sz="1600" b="1" i="0" dirty="0">
                <a:solidFill>
                  <a:srgbClr val="007788"/>
                </a:solidFill>
                <a:effectLst/>
                <a:latin typeface="SFMono-Regular"/>
              </a:rPr>
              <a:t>string</a:t>
            </a:r>
            <a:r>
              <a:rPr lang="en" altLang="zh-CN" sz="1600" b="0" i="0" dirty="0">
                <a:solidFill>
                  <a:srgbClr val="222222"/>
                </a:solidFill>
                <a:effectLst/>
                <a:latin typeface="SFMono-Regular"/>
              </a:rPr>
              <a:t> reply </a:t>
            </a:r>
            <a:r>
              <a:rPr lang="en" altLang="zh-CN" sz="1600" b="0" i="0" dirty="0">
                <a:solidFill>
                  <a:srgbClr val="555555"/>
                </a:solidFill>
                <a:effectLst/>
                <a:latin typeface="SFMono-Regular"/>
              </a:rPr>
              <a:t>=</a:t>
            </a:r>
            <a:r>
              <a:rPr lang="en" altLang="zh-CN" sz="1600" b="0" i="0" dirty="0">
                <a:solidFill>
                  <a:srgbClr val="222222"/>
                </a:solidFill>
                <a:effectLst/>
                <a:latin typeface="SFMono-Regular"/>
              </a:rPr>
              <a:t> </a:t>
            </a:r>
            <a:r>
              <a:rPr lang="en" altLang="zh-CN" sz="1600" b="0" i="0" dirty="0">
                <a:solidFill>
                  <a:srgbClr val="FF6600"/>
                </a:solidFill>
                <a:effectLst/>
                <a:latin typeface="SFMono-Regular"/>
              </a:rPr>
              <a:t>1</a:t>
            </a:r>
            <a:r>
              <a:rPr lang="en" altLang="zh-CN" sz="1600" b="0" i="0" dirty="0">
                <a:solidFill>
                  <a:srgbClr val="222222"/>
                </a:solidFill>
                <a:effectLst/>
                <a:latin typeface="SFMono-Regular"/>
              </a:rPr>
              <a:t>;</a:t>
            </a:r>
            <a:endParaRPr lang="en" altLang="zh-CN" sz="1600" b="0" i="0" dirty="0">
              <a:solidFill>
                <a:srgbClr val="AA0000"/>
              </a:solidFill>
              <a:effectLst/>
              <a:latin typeface="SFMono-Regular"/>
            </a:endParaRPr>
          </a:p>
          <a:p>
            <a:pPr algn="l" latinLnBrk="0">
              <a:buNone/>
            </a:pPr>
            <a:r>
              <a:rPr lang="en" altLang="zh-CN" sz="1600" b="0" i="0" dirty="0">
                <a:solidFill>
                  <a:srgbClr val="222222"/>
                </a:solidFill>
                <a:effectLst/>
                <a:latin typeface="SFMono-Regular"/>
              </a:rPr>
              <a:t>}</a:t>
            </a:r>
            <a:endParaRPr lang="en" altLang="zh-CN" sz="1600" b="0" i="0" dirty="0">
              <a:solidFill>
                <a:srgbClr val="AA0000"/>
              </a:solidFill>
              <a:effectLst/>
              <a:latin typeface="SFMono-Regular"/>
            </a:endParaRPr>
          </a:p>
          <a:p>
            <a:pPr>
              <a:buNone/>
            </a:pPr>
            <a:br>
              <a:rPr lang="en" altLang="zh-CN" sz="1600" dirty="0"/>
            </a:br>
            <a:endParaRPr lang="zh-CN" altLang="en-US" sz="1600" dirty="0"/>
          </a:p>
        </p:txBody>
      </p:sp>
    </p:spTree>
    <p:extLst>
      <p:ext uri="{BB962C8B-B14F-4D97-AF65-F5344CB8AC3E}">
        <p14:creationId xmlns:p14="http://schemas.microsoft.com/office/powerpoint/2010/main" val="19856755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AF3FA-A477-E7E4-4D6C-317FA1FE53F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496D888-57CB-4CF0-22C6-35266AAB58D5}"/>
              </a:ext>
            </a:extLst>
          </p:cNvPr>
          <p:cNvSpPr>
            <a:spLocks noGrp="1"/>
          </p:cNvSpPr>
          <p:nvPr>
            <p:ph type="title"/>
          </p:nvPr>
        </p:nvSpPr>
        <p:spPr/>
        <p:txBody>
          <a:bodyPr/>
          <a:lstStyle/>
          <a:p>
            <a:r>
              <a:rPr kumimoji="1" lang="en-US" altLang="zh-CN" dirty="0"/>
              <a:t>Core</a:t>
            </a:r>
            <a:r>
              <a:rPr kumimoji="1" lang="zh-CN" altLang="en-US" dirty="0"/>
              <a:t> </a:t>
            </a:r>
            <a:r>
              <a:rPr kumimoji="1" lang="en-US" altLang="zh-CN" dirty="0"/>
              <a:t>Concepts</a:t>
            </a:r>
            <a:endParaRPr kumimoji="1" lang="zh-CN" altLang="en-US" dirty="0"/>
          </a:p>
        </p:txBody>
      </p:sp>
      <p:sp>
        <p:nvSpPr>
          <p:cNvPr id="3" name="内容占位符 2">
            <a:extLst>
              <a:ext uri="{FF2B5EF4-FFF2-40B4-BE49-F238E27FC236}">
                <a16:creationId xmlns:a16="http://schemas.microsoft.com/office/drawing/2014/main" id="{8F4E6E27-D8D5-315D-5FCA-3541C0A38C84}"/>
              </a:ext>
            </a:extLst>
          </p:cNvPr>
          <p:cNvSpPr>
            <a:spLocks noGrp="1"/>
          </p:cNvSpPr>
          <p:nvPr>
            <p:ph idx="1"/>
          </p:nvPr>
        </p:nvSpPr>
        <p:spPr/>
        <p:txBody>
          <a:bodyPr/>
          <a:lstStyle/>
          <a:p>
            <a:r>
              <a:rPr lang="en" altLang="zh-CN" dirty="0" err="1"/>
              <a:t>gRPC</a:t>
            </a:r>
            <a:r>
              <a:rPr lang="en" altLang="zh-CN" dirty="0"/>
              <a:t> lets you define four kinds of service method:</a:t>
            </a:r>
          </a:p>
          <a:p>
            <a:pPr lvl="1"/>
            <a:r>
              <a:rPr lang="en" altLang="zh-CN" dirty="0"/>
              <a:t>Unary RPCs where the client sends a single request to the server and gets a single response back, just like a normal function call.</a:t>
            </a:r>
          </a:p>
          <a:p>
            <a:pPr lvl="1"/>
            <a:endParaRPr lang="en" altLang="zh-CN" dirty="0"/>
          </a:p>
          <a:p>
            <a:pPr lvl="1"/>
            <a:endParaRPr lang="en" altLang="zh-CN" dirty="0"/>
          </a:p>
          <a:p>
            <a:pPr lvl="1"/>
            <a:endParaRPr lang="en" altLang="zh-CN" dirty="0"/>
          </a:p>
          <a:p>
            <a:pPr lvl="1"/>
            <a:r>
              <a:rPr lang="en" altLang="zh-CN" dirty="0"/>
              <a:t>Server streaming RPCs where the client sends a request to the server and gets a stream to read a sequence of messages back. </a:t>
            </a:r>
          </a:p>
          <a:p>
            <a:pPr lvl="1"/>
            <a:r>
              <a:rPr lang="en" altLang="zh-CN" dirty="0"/>
              <a:t>The client reads from the returned stream until there are no more messages. </a:t>
            </a:r>
          </a:p>
          <a:p>
            <a:pPr lvl="1"/>
            <a:r>
              <a:rPr lang="en" altLang="zh-CN" dirty="0" err="1"/>
              <a:t>gRPC</a:t>
            </a:r>
            <a:r>
              <a:rPr lang="en" altLang="zh-CN" dirty="0"/>
              <a:t> guarantees message ordering within an individual RPC call.</a:t>
            </a:r>
          </a:p>
          <a:p>
            <a:pPr marL="0" indent="0">
              <a:buNone/>
            </a:pPr>
            <a:br>
              <a:rPr lang="en" altLang="zh-CN" dirty="0"/>
            </a:br>
            <a:endParaRPr lang="en" altLang="zh-CN" dirty="0"/>
          </a:p>
          <a:p>
            <a:pPr lvl="1"/>
            <a:endParaRPr lang="en" altLang="zh-CN" dirty="0"/>
          </a:p>
          <a:p>
            <a:endParaRPr kumimoji="1" lang="zh-CN" altLang="en-US" dirty="0"/>
          </a:p>
        </p:txBody>
      </p:sp>
      <p:sp>
        <p:nvSpPr>
          <p:cNvPr id="4" name="灯片编号占位符 3">
            <a:extLst>
              <a:ext uri="{FF2B5EF4-FFF2-40B4-BE49-F238E27FC236}">
                <a16:creationId xmlns:a16="http://schemas.microsoft.com/office/drawing/2014/main" id="{CA362ED3-6905-B8FA-150D-873502048603}"/>
              </a:ext>
            </a:extLst>
          </p:cNvPr>
          <p:cNvSpPr>
            <a:spLocks noGrp="1"/>
          </p:cNvSpPr>
          <p:nvPr>
            <p:ph type="sldNum" sz="quarter" idx="12"/>
          </p:nvPr>
        </p:nvSpPr>
        <p:spPr/>
        <p:txBody>
          <a:bodyPr/>
          <a:lstStyle/>
          <a:p>
            <a:fld id="{CB818ED7-1FAF-4BEC-A906-EB6564C334EB}" type="slidenum">
              <a:rPr lang="zh-CN" altLang="en-US" smtClean="0"/>
              <a:pPr/>
              <a:t>31</a:t>
            </a:fld>
            <a:endParaRPr lang="zh-CN" altLang="en-US" dirty="0"/>
          </a:p>
        </p:txBody>
      </p:sp>
      <p:sp>
        <p:nvSpPr>
          <p:cNvPr id="6" name="文本框 5">
            <a:extLst>
              <a:ext uri="{FF2B5EF4-FFF2-40B4-BE49-F238E27FC236}">
                <a16:creationId xmlns:a16="http://schemas.microsoft.com/office/drawing/2014/main" id="{C733E6EE-DABA-1F43-F605-2276E8DC0546}"/>
              </a:ext>
            </a:extLst>
          </p:cNvPr>
          <p:cNvSpPr txBox="1"/>
          <p:nvPr/>
        </p:nvSpPr>
        <p:spPr>
          <a:xfrm>
            <a:off x="683568" y="1707654"/>
            <a:ext cx="6030416" cy="369332"/>
          </a:xfrm>
          <a:prstGeom prst="rect">
            <a:avLst/>
          </a:prstGeom>
          <a:noFill/>
        </p:spPr>
        <p:txBody>
          <a:bodyPr wrap="square">
            <a:spAutoFit/>
          </a:bodyPr>
          <a:lstStyle/>
          <a:p>
            <a:pPr algn="l" latinLnBrk="0"/>
            <a:r>
              <a:rPr lang="en" altLang="zh-CN" b="1" i="0" dirty="0" err="1">
                <a:solidFill>
                  <a:srgbClr val="006699"/>
                </a:solidFill>
                <a:effectLst/>
                <a:latin typeface="SFMono-Regular"/>
              </a:rPr>
              <a:t>rpc</a:t>
            </a:r>
            <a:r>
              <a:rPr lang="en" altLang="zh-CN" b="0" i="0" dirty="0">
                <a:solidFill>
                  <a:srgbClr val="222222"/>
                </a:solidFill>
                <a:effectLst/>
                <a:latin typeface="SFMono-Regular"/>
              </a:rPr>
              <a:t> </a:t>
            </a:r>
            <a:r>
              <a:rPr lang="en" altLang="zh-CN" b="0" i="0" dirty="0" err="1">
                <a:solidFill>
                  <a:srgbClr val="222222"/>
                </a:solidFill>
                <a:effectLst/>
                <a:latin typeface="SFMono-Regular"/>
              </a:rPr>
              <a:t>SayHello</a:t>
            </a:r>
            <a:r>
              <a:rPr lang="en" altLang="zh-CN" b="0" i="0" dirty="0">
                <a:solidFill>
                  <a:srgbClr val="222222"/>
                </a:solidFill>
                <a:effectLst/>
                <a:latin typeface="SFMono-Regular"/>
              </a:rPr>
              <a:t>(</a:t>
            </a:r>
            <a:r>
              <a:rPr lang="en" altLang="zh-CN" b="0" i="0" dirty="0" err="1">
                <a:solidFill>
                  <a:srgbClr val="222222"/>
                </a:solidFill>
                <a:effectLst/>
                <a:latin typeface="SFMono-Regular"/>
              </a:rPr>
              <a:t>HelloRequest</a:t>
            </a:r>
            <a:r>
              <a:rPr lang="en" altLang="zh-CN" b="0" i="0" dirty="0">
                <a:solidFill>
                  <a:srgbClr val="222222"/>
                </a:solidFill>
                <a:effectLst/>
                <a:latin typeface="SFMono-Regular"/>
              </a:rPr>
              <a:t>) </a:t>
            </a:r>
            <a:r>
              <a:rPr lang="en" altLang="zh-CN" b="1" i="0" dirty="0">
                <a:solidFill>
                  <a:srgbClr val="006699"/>
                </a:solidFill>
                <a:effectLst/>
                <a:latin typeface="SFMono-Regular"/>
              </a:rPr>
              <a:t>returns</a:t>
            </a:r>
            <a:r>
              <a:rPr lang="en" altLang="zh-CN" b="0" i="0" dirty="0">
                <a:solidFill>
                  <a:srgbClr val="222222"/>
                </a:solidFill>
                <a:effectLst/>
                <a:latin typeface="SFMono-Regular"/>
              </a:rPr>
              <a:t> (</a:t>
            </a:r>
            <a:r>
              <a:rPr lang="en" altLang="zh-CN" b="0" i="0" dirty="0" err="1">
                <a:solidFill>
                  <a:srgbClr val="222222"/>
                </a:solidFill>
                <a:effectLst/>
                <a:latin typeface="SFMono-Regular"/>
              </a:rPr>
              <a:t>HelloResponse</a:t>
            </a:r>
            <a:r>
              <a:rPr lang="en" altLang="zh-CN" b="0" i="0" dirty="0">
                <a:solidFill>
                  <a:srgbClr val="222222"/>
                </a:solidFill>
                <a:effectLst/>
                <a:latin typeface="SFMono-Regular"/>
              </a:rPr>
              <a:t>);</a:t>
            </a:r>
            <a:endParaRPr lang="en" altLang="zh-CN" b="0" i="0" dirty="0">
              <a:solidFill>
                <a:srgbClr val="AA0000"/>
              </a:solidFill>
              <a:effectLst/>
              <a:latin typeface="SFMono-Regular"/>
            </a:endParaRPr>
          </a:p>
        </p:txBody>
      </p:sp>
      <p:sp>
        <p:nvSpPr>
          <p:cNvPr id="9" name="文本框 8">
            <a:extLst>
              <a:ext uri="{FF2B5EF4-FFF2-40B4-BE49-F238E27FC236}">
                <a16:creationId xmlns:a16="http://schemas.microsoft.com/office/drawing/2014/main" id="{BD8951FB-680C-ED5A-8C5A-58F27EF3BA12}"/>
              </a:ext>
            </a:extLst>
          </p:cNvPr>
          <p:cNvSpPr txBox="1"/>
          <p:nvPr/>
        </p:nvSpPr>
        <p:spPr>
          <a:xfrm>
            <a:off x="683568" y="3651870"/>
            <a:ext cx="6390456" cy="369332"/>
          </a:xfrm>
          <a:prstGeom prst="rect">
            <a:avLst/>
          </a:prstGeom>
          <a:noFill/>
        </p:spPr>
        <p:txBody>
          <a:bodyPr wrap="square">
            <a:spAutoFit/>
          </a:bodyPr>
          <a:lstStyle/>
          <a:p>
            <a:pPr algn="l" latinLnBrk="0"/>
            <a:r>
              <a:rPr lang="en" altLang="zh-CN" b="1" i="0" dirty="0" err="1">
                <a:solidFill>
                  <a:srgbClr val="006699"/>
                </a:solidFill>
                <a:effectLst/>
                <a:latin typeface="SFMono-Regular"/>
              </a:rPr>
              <a:t>rpc</a:t>
            </a:r>
            <a:r>
              <a:rPr lang="en" altLang="zh-CN" b="0" i="0" dirty="0">
                <a:solidFill>
                  <a:srgbClr val="222222"/>
                </a:solidFill>
                <a:effectLst/>
                <a:latin typeface="SFMono-Regular"/>
              </a:rPr>
              <a:t> </a:t>
            </a:r>
            <a:r>
              <a:rPr lang="en" altLang="zh-CN" b="0" i="0" dirty="0" err="1">
                <a:solidFill>
                  <a:srgbClr val="222222"/>
                </a:solidFill>
                <a:effectLst/>
                <a:latin typeface="SFMono-Regular"/>
              </a:rPr>
              <a:t>LotsOfReplies</a:t>
            </a:r>
            <a:r>
              <a:rPr lang="en" altLang="zh-CN" b="0" i="0" dirty="0">
                <a:solidFill>
                  <a:srgbClr val="222222"/>
                </a:solidFill>
                <a:effectLst/>
                <a:latin typeface="SFMono-Regular"/>
              </a:rPr>
              <a:t>(</a:t>
            </a:r>
            <a:r>
              <a:rPr lang="en" altLang="zh-CN" b="0" i="0" dirty="0" err="1">
                <a:solidFill>
                  <a:srgbClr val="222222"/>
                </a:solidFill>
                <a:effectLst/>
                <a:latin typeface="SFMono-Regular"/>
              </a:rPr>
              <a:t>HelloRequest</a:t>
            </a:r>
            <a:r>
              <a:rPr lang="en" altLang="zh-CN" b="0" i="0" dirty="0">
                <a:solidFill>
                  <a:srgbClr val="222222"/>
                </a:solidFill>
                <a:effectLst/>
                <a:latin typeface="SFMono-Regular"/>
              </a:rPr>
              <a:t>) </a:t>
            </a:r>
            <a:r>
              <a:rPr lang="en" altLang="zh-CN" b="1" i="0" dirty="0">
                <a:solidFill>
                  <a:srgbClr val="006699"/>
                </a:solidFill>
                <a:effectLst/>
                <a:latin typeface="SFMono-Regular"/>
              </a:rPr>
              <a:t>returns</a:t>
            </a:r>
            <a:r>
              <a:rPr lang="en" altLang="zh-CN" b="0" i="0" dirty="0">
                <a:solidFill>
                  <a:srgbClr val="222222"/>
                </a:solidFill>
                <a:effectLst/>
                <a:latin typeface="SFMono-Regular"/>
              </a:rPr>
              <a:t> (stream </a:t>
            </a:r>
            <a:r>
              <a:rPr lang="en" altLang="zh-CN" b="0" i="0" dirty="0" err="1">
                <a:solidFill>
                  <a:srgbClr val="222222"/>
                </a:solidFill>
                <a:effectLst/>
                <a:latin typeface="SFMono-Regular"/>
              </a:rPr>
              <a:t>HelloResponse</a:t>
            </a:r>
            <a:r>
              <a:rPr lang="en" altLang="zh-CN" b="0" i="0" dirty="0">
                <a:solidFill>
                  <a:srgbClr val="222222"/>
                </a:solidFill>
                <a:effectLst/>
                <a:latin typeface="SFMono-Regular"/>
              </a:rPr>
              <a:t>);</a:t>
            </a:r>
            <a:endParaRPr lang="zh-CN" altLang="en-US" dirty="0"/>
          </a:p>
        </p:txBody>
      </p:sp>
    </p:spTree>
    <p:extLst>
      <p:ext uri="{BB962C8B-B14F-4D97-AF65-F5344CB8AC3E}">
        <p14:creationId xmlns:p14="http://schemas.microsoft.com/office/powerpoint/2010/main" val="42225595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E2668-4D76-248A-B6D9-8531E5F4E27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5B2C03A-5246-9238-C1A9-7E13DCAD43E2}"/>
              </a:ext>
            </a:extLst>
          </p:cNvPr>
          <p:cNvSpPr>
            <a:spLocks noGrp="1"/>
          </p:cNvSpPr>
          <p:nvPr>
            <p:ph type="title"/>
          </p:nvPr>
        </p:nvSpPr>
        <p:spPr/>
        <p:txBody>
          <a:bodyPr/>
          <a:lstStyle/>
          <a:p>
            <a:r>
              <a:rPr kumimoji="1" lang="en-US" altLang="zh-CN" dirty="0"/>
              <a:t>Core</a:t>
            </a:r>
            <a:r>
              <a:rPr kumimoji="1" lang="zh-CN" altLang="en-US" dirty="0"/>
              <a:t> </a:t>
            </a:r>
            <a:r>
              <a:rPr kumimoji="1" lang="en-US" altLang="zh-CN" dirty="0"/>
              <a:t>Concepts</a:t>
            </a:r>
            <a:endParaRPr kumimoji="1" lang="zh-CN" altLang="en-US" dirty="0"/>
          </a:p>
        </p:txBody>
      </p:sp>
      <p:sp>
        <p:nvSpPr>
          <p:cNvPr id="3" name="内容占位符 2">
            <a:extLst>
              <a:ext uri="{FF2B5EF4-FFF2-40B4-BE49-F238E27FC236}">
                <a16:creationId xmlns:a16="http://schemas.microsoft.com/office/drawing/2014/main" id="{9C07D7CE-ED14-5DEB-8BAB-DFED8C24655D}"/>
              </a:ext>
            </a:extLst>
          </p:cNvPr>
          <p:cNvSpPr>
            <a:spLocks noGrp="1"/>
          </p:cNvSpPr>
          <p:nvPr>
            <p:ph idx="1"/>
          </p:nvPr>
        </p:nvSpPr>
        <p:spPr/>
        <p:txBody>
          <a:bodyPr>
            <a:normAutofit/>
          </a:bodyPr>
          <a:lstStyle/>
          <a:p>
            <a:r>
              <a:rPr lang="en" altLang="zh-CN" dirty="0" err="1"/>
              <a:t>gRPC</a:t>
            </a:r>
            <a:r>
              <a:rPr lang="en" altLang="zh-CN" dirty="0"/>
              <a:t> lets you define four kinds of service method:</a:t>
            </a:r>
          </a:p>
          <a:p>
            <a:pPr lvl="1"/>
            <a:r>
              <a:rPr lang="en" altLang="zh-CN" dirty="0"/>
              <a:t>Client streaming RPCs where the client writes a sequence of messages and sends them to the server, again using a provided stream. </a:t>
            </a:r>
          </a:p>
          <a:p>
            <a:pPr lvl="1"/>
            <a:r>
              <a:rPr lang="en" altLang="zh-CN" dirty="0"/>
              <a:t>Once the client has finished writing the messages, it waits for the server to read them and return its response. </a:t>
            </a:r>
            <a:r>
              <a:rPr lang="zh-CN" altLang="en-US" dirty="0"/>
              <a:t> </a:t>
            </a:r>
            <a:r>
              <a:rPr lang="en" altLang="zh-CN" dirty="0"/>
              <a:t>Again </a:t>
            </a:r>
            <a:r>
              <a:rPr lang="en" altLang="zh-CN" dirty="0" err="1"/>
              <a:t>gRPC</a:t>
            </a:r>
            <a:r>
              <a:rPr lang="en" altLang="zh-CN" dirty="0"/>
              <a:t> guarantees message ordering within an individual RPC call.</a:t>
            </a:r>
          </a:p>
          <a:p>
            <a:pPr lvl="1"/>
            <a:endParaRPr lang="en" altLang="zh-CN" dirty="0"/>
          </a:p>
          <a:p>
            <a:pPr lvl="1"/>
            <a:endParaRPr lang="en" altLang="zh-CN" dirty="0"/>
          </a:p>
          <a:p>
            <a:pPr lvl="1"/>
            <a:r>
              <a:rPr lang="en" altLang="zh-CN" dirty="0"/>
              <a:t>Bidirectional streaming RPCs where both sides send a sequence of messages using a read-write stream. </a:t>
            </a:r>
          </a:p>
          <a:p>
            <a:pPr lvl="1"/>
            <a:r>
              <a:rPr lang="en" altLang="zh-CN" dirty="0"/>
              <a:t>The two streams operate independently, so clients and servers can read and write in whatever order they like: for example, the server could wait to receive all the client messages before writing its responses, or it could alternately read a message then write a message, or some other combination of reads and writes. The order of messages in each stream is preserved.</a:t>
            </a:r>
          </a:p>
          <a:p>
            <a:endParaRPr kumimoji="1" lang="zh-CN" altLang="en-US" dirty="0"/>
          </a:p>
        </p:txBody>
      </p:sp>
      <p:sp>
        <p:nvSpPr>
          <p:cNvPr id="4" name="灯片编号占位符 3">
            <a:extLst>
              <a:ext uri="{FF2B5EF4-FFF2-40B4-BE49-F238E27FC236}">
                <a16:creationId xmlns:a16="http://schemas.microsoft.com/office/drawing/2014/main" id="{83BD80F3-EDFB-5680-0F7D-5B6A88819E1B}"/>
              </a:ext>
            </a:extLst>
          </p:cNvPr>
          <p:cNvSpPr>
            <a:spLocks noGrp="1"/>
          </p:cNvSpPr>
          <p:nvPr>
            <p:ph type="sldNum" sz="quarter" idx="12"/>
          </p:nvPr>
        </p:nvSpPr>
        <p:spPr/>
        <p:txBody>
          <a:bodyPr/>
          <a:lstStyle/>
          <a:p>
            <a:fld id="{CB818ED7-1FAF-4BEC-A906-EB6564C334EB}" type="slidenum">
              <a:rPr lang="zh-CN" altLang="en-US" smtClean="0"/>
              <a:pPr/>
              <a:t>32</a:t>
            </a:fld>
            <a:endParaRPr lang="zh-CN" altLang="en-US" dirty="0"/>
          </a:p>
        </p:txBody>
      </p:sp>
      <p:sp>
        <p:nvSpPr>
          <p:cNvPr id="7" name="文本框 6">
            <a:extLst>
              <a:ext uri="{FF2B5EF4-FFF2-40B4-BE49-F238E27FC236}">
                <a16:creationId xmlns:a16="http://schemas.microsoft.com/office/drawing/2014/main" id="{A041229A-7958-50FE-F858-472711BC15D6}"/>
              </a:ext>
            </a:extLst>
          </p:cNvPr>
          <p:cNvSpPr txBox="1"/>
          <p:nvPr/>
        </p:nvSpPr>
        <p:spPr>
          <a:xfrm>
            <a:off x="755576" y="2202418"/>
            <a:ext cx="6858000" cy="369332"/>
          </a:xfrm>
          <a:prstGeom prst="rect">
            <a:avLst/>
          </a:prstGeom>
          <a:noFill/>
        </p:spPr>
        <p:txBody>
          <a:bodyPr wrap="square">
            <a:spAutoFit/>
          </a:bodyPr>
          <a:lstStyle/>
          <a:p>
            <a:pPr algn="l" latinLnBrk="0"/>
            <a:r>
              <a:rPr lang="en" altLang="zh-CN" b="1" i="0" dirty="0" err="1">
                <a:solidFill>
                  <a:srgbClr val="006699"/>
                </a:solidFill>
                <a:effectLst/>
                <a:latin typeface="SFMono-Regular"/>
              </a:rPr>
              <a:t>rpc</a:t>
            </a:r>
            <a:r>
              <a:rPr lang="en" altLang="zh-CN" b="0" i="0" dirty="0">
                <a:solidFill>
                  <a:srgbClr val="222222"/>
                </a:solidFill>
                <a:effectLst/>
                <a:latin typeface="SFMono-Regular"/>
              </a:rPr>
              <a:t> </a:t>
            </a:r>
            <a:r>
              <a:rPr lang="en" altLang="zh-CN" b="0" i="0" dirty="0" err="1">
                <a:solidFill>
                  <a:srgbClr val="222222"/>
                </a:solidFill>
                <a:effectLst/>
                <a:latin typeface="SFMono-Regular"/>
              </a:rPr>
              <a:t>LotsOfGreetings</a:t>
            </a:r>
            <a:r>
              <a:rPr lang="en" altLang="zh-CN" b="0" i="0" dirty="0">
                <a:solidFill>
                  <a:srgbClr val="222222"/>
                </a:solidFill>
                <a:effectLst/>
                <a:latin typeface="SFMono-Regular"/>
              </a:rPr>
              <a:t>(stream </a:t>
            </a:r>
            <a:r>
              <a:rPr lang="en" altLang="zh-CN" b="0" i="0" dirty="0" err="1">
                <a:solidFill>
                  <a:srgbClr val="222222"/>
                </a:solidFill>
                <a:effectLst/>
                <a:latin typeface="SFMono-Regular"/>
              </a:rPr>
              <a:t>HelloRequest</a:t>
            </a:r>
            <a:r>
              <a:rPr lang="en" altLang="zh-CN" b="0" i="0" dirty="0">
                <a:solidFill>
                  <a:srgbClr val="222222"/>
                </a:solidFill>
                <a:effectLst/>
                <a:latin typeface="SFMono-Regular"/>
              </a:rPr>
              <a:t>) </a:t>
            </a:r>
            <a:r>
              <a:rPr lang="en" altLang="zh-CN" b="1" i="0" dirty="0">
                <a:solidFill>
                  <a:srgbClr val="006699"/>
                </a:solidFill>
                <a:effectLst/>
                <a:latin typeface="SFMono-Regular"/>
              </a:rPr>
              <a:t>returns</a:t>
            </a:r>
            <a:r>
              <a:rPr lang="en" altLang="zh-CN" b="0" i="0" dirty="0">
                <a:solidFill>
                  <a:srgbClr val="222222"/>
                </a:solidFill>
                <a:effectLst/>
                <a:latin typeface="SFMono-Regular"/>
              </a:rPr>
              <a:t> (</a:t>
            </a:r>
            <a:r>
              <a:rPr lang="en" altLang="zh-CN" b="0" i="0" dirty="0" err="1">
                <a:solidFill>
                  <a:srgbClr val="222222"/>
                </a:solidFill>
                <a:effectLst/>
                <a:latin typeface="SFMono-Regular"/>
              </a:rPr>
              <a:t>HelloResponse</a:t>
            </a:r>
            <a:r>
              <a:rPr lang="en" altLang="zh-CN" b="0" i="0" dirty="0">
                <a:solidFill>
                  <a:srgbClr val="222222"/>
                </a:solidFill>
                <a:effectLst/>
                <a:latin typeface="SFMono-Regular"/>
              </a:rPr>
              <a:t>);</a:t>
            </a:r>
            <a:endParaRPr lang="en" altLang="zh-CN" b="0" i="0" dirty="0">
              <a:solidFill>
                <a:srgbClr val="AA0000"/>
              </a:solidFill>
              <a:effectLst/>
              <a:latin typeface="SFMono-Regular"/>
            </a:endParaRPr>
          </a:p>
        </p:txBody>
      </p:sp>
      <p:sp>
        <p:nvSpPr>
          <p:cNvPr id="10" name="文本框 9">
            <a:extLst>
              <a:ext uri="{FF2B5EF4-FFF2-40B4-BE49-F238E27FC236}">
                <a16:creationId xmlns:a16="http://schemas.microsoft.com/office/drawing/2014/main" id="{D92D9336-D405-665B-54D7-1A4AE1582ECF}"/>
              </a:ext>
            </a:extLst>
          </p:cNvPr>
          <p:cNvSpPr txBox="1"/>
          <p:nvPr/>
        </p:nvSpPr>
        <p:spPr>
          <a:xfrm>
            <a:off x="755576" y="4185832"/>
            <a:ext cx="8388424" cy="369332"/>
          </a:xfrm>
          <a:prstGeom prst="rect">
            <a:avLst/>
          </a:prstGeom>
          <a:noFill/>
        </p:spPr>
        <p:txBody>
          <a:bodyPr wrap="square">
            <a:spAutoFit/>
          </a:bodyPr>
          <a:lstStyle/>
          <a:p>
            <a:pPr algn="l" latinLnBrk="0"/>
            <a:r>
              <a:rPr lang="en" altLang="zh-CN" b="1" i="0" dirty="0" err="1">
                <a:solidFill>
                  <a:srgbClr val="006699"/>
                </a:solidFill>
                <a:effectLst/>
                <a:latin typeface="SFMono-Regular"/>
              </a:rPr>
              <a:t>rpc</a:t>
            </a:r>
            <a:r>
              <a:rPr lang="en" altLang="zh-CN" b="0" i="0" dirty="0">
                <a:solidFill>
                  <a:srgbClr val="222222"/>
                </a:solidFill>
                <a:effectLst/>
                <a:latin typeface="SFMono-Regular"/>
              </a:rPr>
              <a:t> </a:t>
            </a:r>
            <a:r>
              <a:rPr lang="en" altLang="zh-CN" b="0" i="0" dirty="0" err="1">
                <a:solidFill>
                  <a:srgbClr val="222222"/>
                </a:solidFill>
                <a:effectLst/>
                <a:latin typeface="SFMono-Regular"/>
              </a:rPr>
              <a:t>BidiHello</a:t>
            </a:r>
            <a:r>
              <a:rPr lang="en" altLang="zh-CN" b="0" i="0" dirty="0">
                <a:solidFill>
                  <a:srgbClr val="222222"/>
                </a:solidFill>
                <a:effectLst/>
                <a:latin typeface="SFMono-Regular"/>
              </a:rPr>
              <a:t>(stream </a:t>
            </a:r>
            <a:r>
              <a:rPr lang="en" altLang="zh-CN" b="0" i="0" dirty="0" err="1">
                <a:solidFill>
                  <a:srgbClr val="222222"/>
                </a:solidFill>
                <a:effectLst/>
                <a:latin typeface="SFMono-Regular"/>
              </a:rPr>
              <a:t>HelloRequest</a:t>
            </a:r>
            <a:r>
              <a:rPr lang="en" altLang="zh-CN" b="0" i="0" dirty="0">
                <a:solidFill>
                  <a:srgbClr val="222222"/>
                </a:solidFill>
                <a:effectLst/>
                <a:latin typeface="SFMono-Regular"/>
              </a:rPr>
              <a:t>) </a:t>
            </a:r>
            <a:r>
              <a:rPr lang="en" altLang="zh-CN" b="1" i="0" dirty="0">
                <a:solidFill>
                  <a:srgbClr val="006699"/>
                </a:solidFill>
                <a:effectLst/>
                <a:latin typeface="SFMono-Regular"/>
              </a:rPr>
              <a:t>returns</a:t>
            </a:r>
            <a:r>
              <a:rPr lang="en" altLang="zh-CN" b="0" i="0" dirty="0">
                <a:solidFill>
                  <a:srgbClr val="222222"/>
                </a:solidFill>
                <a:effectLst/>
                <a:latin typeface="SFMono-Regular"/>
              </a:rPr>
              <a:t> (stream </a:t>
            </a:r>
            <a:r>
              <a:rPr lang="en" altLang="zh-CN" b="0" i="0" dirty="0" err="1">
                <a:solidFill>
                  <a:srgbClr val="222222"/>
                </a:solidFill>
                <a:effectLst/>
                <a:latin typeface="SFMono-Regular"/>
              </a:rPr>
              <a:t>HelloResponse</a:t>
            </a:r>
            <a:r>
              <a:rPr lang="en" altLang="zh-CN" b="0" i="0" dirty="0">
                <a:solidFill>
                  <a:srgbClr val="222222"/>
                </a:solidFill>
                <a:effectLst/>
                <a:latin typeface="SFMono-Regular"/>
              </a:rPr>
              <a:t>);</a:t>
            </a:r>
            <a:endParaRPr lang="en" altLang="zh-CN" b="0" i="0" dirty="0">
              <a:solidFill>
                <a:srgbClr val="AA0000"/>
              </a:solidFill>
              <a:effectLst/>
              <a:latin typeface="SFMono-Regular"/>
            </a:endParaRPr>
          </a:p>
        </p:txBody>
      </p:sp>
    </p:spTree>
    <p:extLst>
      <p:ext uri="{BB962C8B-B14F-4D97-AF65-F5344CB8AC3E}">
        <p14:creationId xmlns:p14="http://schemas.microsoft.com/office/powerpoint/2010/main" val="15377645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35334E-8DEC-B3F2-B1F9-B4C427D6B0FD}"/>
              </a:ext>
            </a:extLst>
          </p:cNvPr>
          <p:cNvSpPr>
            <a:spLocks noGrp="1"/>
          </p:cNvSpPr>
          <p:nvPr>
            <p:ph type="title"/>
          </p:nvPr>
        </p:nvSpPr>
        <p:spPr/>
        <p:txBody>
          <a:bodyPr/>
          <a:lstStyle/>
          <a:p>
            <a:r>
              <a:rPr kumimoji="1" lang="en-US" altLang="zh-CN" dirty="0"/>
              <a:t>Using</a:t>
            </a:r>
            <a:r>
              <a:rPr kumimoji="1" lang="zh-CN" altLang="en-US" dirty="0"/>
              <a:t> </a:t>
            </a:r>
            <a:r>
              <a:rPr kumimoji="1" lang="en-US" altLang="zh-CN" dirty="0"/>
              <a:t>the</a:t>
            </a:r>
            <a:r>
              <a:rPr kumimoji="1" lang="zh-CN" altLang="en-US" dirty="0"/>
              <a:t> </a:t>
            </a:r>
            <a:r>
              <a:rPr kumimoji="1" lang="en-US" altLang="zh-CN" dirty="0"/>
              <a:t>API</a:t>
            </a:r>
            <a:endParaRPr kumimoji="1" lang="zh-CN" altLang="en-US" dirty="0"/>
          </a:p>
        </p:txBody>
      </p:sp>
      <p:sp>
        <p:nvSpPr>
          <p:cNvPr id="3" name="内容占位符 2">
            <a:extLst>
              <a:ext uri="{FF2B5EF4-FFF2-40B4-BE49-F238E27FC236}">
                <a16:creationId xmlns:a16="http://schemas.microsoft.com/office/drawing/2014/main" id="{AED4959D-2B02-0789-E50E-92EDFBA28113}"/>
              </a:ext>
            </a:extLst>
          </p:cNvPr>
          <p:cNvSpPr>
            <a:spLocks noGrp="1"/>
          </p:cNvSpPr>
          <p:nvPr>
            <p:ph idx="1"/>
          </p:nvPr>
        </p:nvSpPr>
        <p:spPr/>
        <p:txBody>
          <a:bodyPr/>
          <a:lstStyle/>
          <a:p>
            <a:r>
              <a:rPr lang="en" altLang="zh-CN" dirty="0"/>
              <a:t>Starting from a service definition in a .proto file, </a:t>
            </a:r>
            <a:r>
              <a:rPr lang="en" altLang="zh-CN" dirty="0" err="1"/>
              <a:t>gRPC</a:t>
            </a:r>
            <a:r>
              <a:rPr lang="en" altLang="zh-CN" dirty="0"/>
              <a:t> provides protocol buffer compiler plugins that </a:t>
            </a:r>
            <a:r>
              <a:rPr lang="en" altLang="zh-CN" dirty="0">
                <a:solidFill>
                  <a:srgbClr val="FF0000"/>
                </a:solidFill>
              </a:rPr>
              <a:t>generate client- and server-side code</a:t>
            </a:r>
            <a:r>
              <a:rPr lang="en" altLang="zh-CN" dirty="0"/>
              <a:t>. </a:t>
            </a:r>
          </a:p>
          <a:p>
            <a:pPr lvl="1"/>
            <a:r>
              <a:rPr lang="en" altLang="zh-CN" dirty="0"/>
              <a:t>On the server side, the server implements the methods declared by the service and runs a </a:t>
            </a:r>
            <a:r>
              <a:rPr lang="en" altLang="zh-CN" dirty="0" err="1"/>
              <a:t>gRPC</a:t>
            </a:r>
            <a:r>
              <a:rPr lang="en" altLang="zh-CN" dirty="0"/>
              <a:t> server to handle client calls. The </a:t>
            </a:r>
            <a:r>
              <a:rPr lang="en" altLang="zh-CN" dirty="0" err="1"/>
              <a:t>gRPC</a:t>
            </a:r>
            <a:r>
              <a:rPr lang="en" altLang="zh-CN" dirty="0"/>
              <a:t> infrastructure decodes incoming requests, executes service methods, and encodes service responses.</a:t>
            </a:r>
          </a:p>
          <a:p>
            <a:pPr lvl="1"/>
            <a:r>
              <a:rPr lang="en" altLang="zh-CN" dirty="0"/>
              <a:t>On the client side, the client has a local object known as </a:t>
            </a:r>
            <a:r>
              <a:rPr lang="en" altLang="zh-CN" i="1" dirty="0">
                <a:solidFill>
                  <a:srgbClr val="FF0000"/>
                </a:solidFill>
              </a:rPr>
              <a:t>stub</a:t>
            </a:r>
            <a:r>
              <a:rPr lang="en" altLang="zh-CN" dirty="0"/>
              <a:t> (for some languages, the preferred term is </a:t>
            </a:r>
            <a:r>
              <a:rPr lang="en" altLang="zh-CN" i="1" dirty="0">
                <a:solidFill>
                  <a:srgbClr val="FF0000"/>
                </a:solidFill>
              </a:rPr>
              <a:t>client</a:t>
            </a:r>
            <a:r>
              <a:rPr lang="en" altLang="zh-CN" dirty="0"/>
              <a:t>) that implements the same methods as the service. The client can then just call those methods on the local object, and the methods wrap the parameters for the call in the appropriate protocol buffer message type, send the requests to the server, and return the server’s protocol buffer responses.</a:t>
            </a:r>
            <a:endParaRPr kumimoji="1" lang="zh-CN" altLang="en-US" dirty="0"/>
          </a:p>
        </p:txBody>
      </p:sp>
      <p:sp>
        <p:nvSpPr>
          <p:cNvPr id="4" name="灯片编号占位符 3">
            <a:extLst>
              <a:ext uri="{FF2B5EF4-FFF2-40B4-BE49-F238E27FC236}">
                <a16:creationId xmlns:a16="http://schemas.microsoft.com/office/drawing/2014/main" id="{66D94481-9520-C981-FDE1-5FDBE250607C}"/>
              </a:ext>
            </a:extLst>
          </p:cNvPr>
          <p:cNvSpPr>
            <a:spLocks noGrp="1"/>
          </p:cNvSpPr>
          <p:nvPr>
            <p:ph type="sldNum" sz="quarter" idx="12"/>
          </p:nvPr>
        </p:nvSpPr>
        <p:spPr/>
        <p:txBody>
          <a:bodyPr/>
          <a:lstStyle/>
          <a:p>
            <a:fld id="{CB818ED7-1FAF-4BEC-A906-EB6564C334EB}" type="slidenum">
              <a:rPr lang="zh-CN" altLang="en-US" smtClean="0"/>
              <a:pPr/>
              <a:t>33</a:t>
            </a:fld>
            <a:endParaRPr lang="zh-CN" altLang="en-US" dirty="0"/>
          </a:p>
        </p:txBody>
      </p:sp>
    </p:spTree>
    <p:extLst>
      <p:ext uri="{BB962C8B-B14F-4D97-AF65-F5344CB8AC3E}">
        <p14:creationId xmlns:p14="http://schemas.microsoft.com/office/powerpoint/2010/main" val="7451543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F99FA4-FCCC-04E7-5C46-308312C1EEB6}"/>
              </a:ext>
            </a:extLst>
          </p:cNvPr>
          <p:cNvSpPr>
            <a:spLocks noGrp="1"/>
          </p:cNvSpPr>
          <p:nvPr>
            <p:ph type="title"/>
          </p:nvPr>
        </p:nvSpPr>
        <p:spPr/>
        <p:txBody>
          <a:bodyPr/>
          <a:lstStyle/>
          <a:p>
            <a:r>
              <a:rPr lang="en" altLang="zh-CN" dirty="0">
                <a:effectLst/>
              </a:rPr>
              <a:t>Synchronous vs. asynchronous</a:t>
            </a:r>
            <a:endParaRPr kumimoji="1" lang="zh-CN" altLang="en-US" dirty="0"/>
          </a:p>
        </p:txBody>
      </p:sp>
      <p:sp>
        <p:nvSpPr>
          <p:cNvPr id="3" name="内容占位符 2">
            <a:extLst>
              <a:ext uri="{FF2B5EF4-FFF2-40B4-BE49-F238E27FC236}">
                <a16:creationId xmlns:a16="http://schemas.microsoft.com/office/drawing/2014/main" id="{869C4265-C868-9AF6-BF18-F48E1FAECE2A}"/>
              </a:ext>
            </a:extLst>
          </p:cNvPr>
          <p:cNvSpPr>
            <a:spLocks noGrp="1"/>
          </p:cNvSpPr>
          <p:nvPr>
            <p:ph idx="1"/>
          </p:nvPr>
        </p:nvSpPr>
        <p:spPr/>
        <p:txBody>
          <a:bodyPr/>
          <a:lstStyle/>
          <a:p>
            <a:r>
              <a:rPr lang="en" altLang="zh-CN" dirty="0"/>
              <a:t>Synchronous RPC calls that </a:t>
            </a:r>
          </a:p>
          <a:p>
            <a:pPr lvl="1"/>
            <a:r>
              <a:rPr lang="en" altLang="zh-CN" dirty="0"/>
              <a:t>block until a response arrives from the server are the closest approximation to the abstraction of a procedure call that RPC aspires to. </a:t>
            </a:r>
          </a:p>
          <a:p>
            <a:pPr lvl="1"/>
            <a:r>
              <a:rPr lang="en" altLang="zh-CN" dirty="0"/>
              <a:t>On the other hand, networks are inherently asynchronous and in many scenarios it’s useful to be able to start RPCs without blocking the current thread.</a:t>
            </a:r>
          </a:p>
          <a:p>
            <a:endParaRPr lang="en" altLang="zh-CN" dirty="0"/>
          </a:p>
          <a:p>
            <a:r>
              <a:rPr lang="en" altLang="zh-CN" dirty="0"/>
              <a:t>The </a:t>
            </a:r>
            <a:r>
              <a:rPr lang="en" altLang="zh-CN" dirty="0" err="1"/>
              <a:t>gRPC</a:t>
            </a:r>
            <a:r>
              <a:rPr lang="en" altLang="zh-CN" dirty="0"/>
              <a:t> programming API in most languages comes in both synchronous and asynchronous flavors. </a:t>
            </a:r>
          </a:p>
        </p:txBody>
      </p:sp>
      <p:sp>
        <p:nvSpPr>
          <p:cNvPr id="4" name="灯片编号占位符 3">
            <a:extLst>
              <a:ext uri="{FF2B5EF4-FFF2-40B4-BE49-F238E27FC236}">
                <a16:creationId xmlns:a16="http://schemas.microsoft.com/office/drawing/2014/main" id="{8695EC76-9380-30A8-56E7-25978DB98990}"/>
              </a:ext>
            </a:extLst>
          </p:cNvPr>
          <p:cNvSpPr>
            <a:spLocks noGrp="1"/>
          </p:cNvSpPr>
          <p:nvPr>
            <p:ph type="sldNum" sz="quarter" idx="12"/>
          </p:nvPr>
        </p:nvSpPr>
        <p:spPr/>
        <p:txBody>
          <a:bodyPr/>
          <a:lstStyle/>
          <a:p>
            <a:fld id="{CB818ED7-1FAF-4BEC-A906-EB6564C334EB}" type="slidenum">
              <a:rPr lang="zh-CN" altLang="en-US" smtClean="0"/>
              <a:pPr/>
              <a:t>34</a:t>
            </a:fld>
            <a:endParaRPr lang="zh-CN" altLang="en-US" dirty="0"/>
          </a:p>
        </p:txBody>
      </p:sp>
    </p:spTree>
    <p:extLst>
      <p:ext uri="{BB962C8B-B14F-4D97-AF65-F5344CB8AC3E}">
        <p14:creationId xmlns:p14="http://schemas.microsoft.com/office/powerpoint/2010/main" val="20407174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22230-8366-B582-297B-20804515AE3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1A57E3E-B1C4-4701-7C05-24278BADC22E}"/>
              </a:ext>
            </a:extLst>
          </p:cNvPr>
          <p:cNvSpPr>
            <a:spLocks noGrp="1"/>
          </p:cNvSpPr>
          <p:nvPr>
            <p:ph type="title"/>
          </p:nvPr>
        </p:nvSpPr>
        <p:spPr/>
        <p:txBody>
          <a:bodyPr/>
          <a:lstStyle/>
          <a:p>
            <a:r>
              <a:rPr lang="en" altLang="zh-CN" dirty="0">
                <a:effectLst/>
              </a:rPr>
              <a:t>Hello</a:t>
            </a:r>
            <a:r>
              <a:rPr lang="zh-CN" altLang="en-US" dirty="0">
                <a:effectLst/>
              </a:rPr>
              <a:t> </a:t>
            </a:r>
            <a:r>
              <a:rPr lang="en-US" altLang="zh-CN" dirty="0">
                <a:effectLst/>
              </a:rPr>
              <a:t>World</a:t>
            </a:r>
            <a:endParaRPr kumimoji="1" lang="zh-CN" altLang="en-US" dirty="0"/>
          </a:p>
        </p:txBody>
      </p:sp>
      <p:sp>
        <p:nvSpPr>
          <p:cNvPr id="3" name="内容占位符 2">
            <a:extLst>
              <a:ext uri="{FF2B5EF4-FFF2-40B4-BE49-F238E27FC236}">
                <a16:creationId xmlns:a16="http://schemas.microsoft.com/office/drawing/2014/main" id="{8F1D505B-AF4C-1BC9-0E2D-5B9CF8F9A657}"/>
              </a:ext>
            </a:extLst>
          </p:cNvPr>
          <p:cNvSpPr>
            <a:spLocks noGrp="1"/>
          </p:cNvSpPr>
          <p:nvPr>
            <p:ph idx="1"/>
          </p:nvPr>
        </p:nvSpPr>
        <p:spPr/>
        <p:txBody>
          <a:bodyPr>
            <a:normAutofit/>
          </a:bodyPr>
          <a:lstStyle/>
          <a:p>
            <a:r>
              <a:rPr lang="en" altLang="zh-CN" dirty="0"/>
              <a:t>Spring</a:t>
            </a:r>
            <a:r>
              <a:rPr lang="zh-CN" altLang="en-US" dirty="0"/>
              <a:t> </a:t>
            </a:r>
            <a:r>
              <a:rPr lang="en-US" altLang="zh-CN" dirty="0"/>
              <a:t>Boot</a:t>
            </a:r>
            <a:r>
              <a:rPr lang="zh-CN" altLang="en-US" dirty="0"/>
              <a:t> </a:t>
            </a:r>
            <a:r>
              <a:rPr lang="en-US" altLang="zh-CN" dirty="0" err="1"/>
              <a:t>gRPC</a:t>
            </a:r>
            <a:r>
              <a:rPr lang="zh-CN" altLang="en-US" dirty="0"/>
              <a:t> </a:t>
            </a:r>
            <a:r>
              <a:rPr lang="en-US" altLang="zh-CN" dirty="0"/>
              <a:t>Server</a:t>
            </a:r>
            <a:r>
              <a:rPr lang="zh-CN" altLang="en-US" dirty="0"/>
              <a:t> </a:t>
            </a:r>
            <a:r>
              <a:rPr lang="en-US" altLang="zh-CN" dirty="0"/>
              <a:t>Project - </a:t>
            </a:r>
            <a:r>
              <a:rPr lang="en-US" altLang="zh-CN" dirty="0" err="1"/>
              <a:t>helloworld.proto</a:t>
            </a:r>
            <a:endParaRPr lang="en" altLang="zh-CN" dirty="0"/>
          </a:p>
        </p:txBody>
      </p:sp>
      <p:sp>
        <p:nvSpPr>
          <p:cNvPr id="4" name="灯片编号占位符 3">
            <a:extLst>
              <a:ext uri="{FF2B5EF4-FFF2-40B4-BE49-F238E27FC236}">
                <a16:creationId xmlns:a16="http://schemas.microsoft.com/office/drawing/2014/main" id="{CF6B53DF-F6F3-1CEE-D29A-1DB7A8444224}"/>
              </a:ext>
            </a:extLst>
          </p:cNvPr>
          <p:cNvSpPr>
            <a:spLocks noGrp="1"/>
          </p:cNvSpPr>
          <p:nvPr>
            <p:ph type="sldNum" sz="quarter" idx="12"/>
          </p:nvPr>
        </p:nvSpPr>
        <p:spPr/>
        <p:txBody>
          <a:bodyPr/>
          <a:lstStyle/>
          <a:p>
            <a:fld id="{CB818ED7-1FAF-4BEC-A906-EB6564C334EB}" type="slidenum">
              <a:rPr lang="zh-CN" altLang="en-US" smtClean="0"/>
              <a:pPr/>
              <a:t>35</a:t>
            </a:fld>
            <a:endParaRPr lang="zh-CN" altLang="en-US" dirty="0"/>
          </a:p>
        </p:txBody>
      </p:sp>
      <p:sp>
        <p:nvSpPr>
          <p:cNvPr id="6" name="文本框 5">
            <a:extLst>
              <a:ext uri="{FF2B5EF4-FFF2-40B4-BE49-F238E27FC236}">
                <a16:creationId xmlns:a16="http://schemas.microsoft.com/office/drawing/2014/main" id="{7848D8A9-644C-E68E-3742-105A2CDDB3C6}"/>
              </a:ext>
            </a:extLst>
          </p:cNvPr>
          <p:cNvSpPr txBox="1"/>
          <p:nvPr/>
        </p:nvSpPr>
        <p:spPr>
          <a:xfrm>
            <a:off x="409691" y="1635646"/>
            <a:ext cx="8496944" cy="3108543"/>
          </a:xfrm>
          <a:prstGeom prst="rect">
            <a:avLst/>
          </a:prstGeom>
          <a:noFill/>
        </p:spPr>
        <p:txBody>
          <a:bodyPr wrap="square">
            <a:spAutoFit/>
          </a:bodyPr>
          <a:lstStyle/>
          <a:p>
            <a:pPr>
              <a:buNone/>
            </a:pPr>
            <a:r>
              <a:rPr lang="en" altLang="zh-CN" sz="1400" dirty="0">
                <a:solidFill>
                  <a:srgbClr val="0033B3"/>
                </a:solidFill>
                <a:effectLst/>
                <a:latin typeface="JetBrains Mono"/>
              </a:rPr>
              <a:t>syntax </a:t>
            </a:r>
            <a:r>
              <a:rPr lang="en" altLang="zh-CN" sz="1400" dirty="0">
                <a:solidFill>
                  <a:srgbClr val="080808"/>
                </a:solidFill>
                <a:effectLst/>
                <a:latin typeface="JetBrains Mono"/>
              </a:rPr>
              <a:t>= </a:t>
            </a:r>
            <a:r>
              <a:rPr lang="en" altLang="zh-CN" sz="1400" dirty="0">
                <a:solidFill>
                  <a:srgbClr val="067D17"/>
                </a:solidFill>
                <a:effectLst/>
                <a:latin typeface="JetBrains Mono"/>
              </a:rPr>
              <a:t>"proto3"</a:t>
            </a:r>
            <a:r>
              <a:rPr lang="en" altLang="zh-CN" sz="1400" dirty="0">
                <a:solidFill>
                  <a:srgbClr val="080808"/>
                </a:solidFill>
                <a:effectLst/>
                <a:latin typeface="JetBrains Mono"/>
              </a:rPr>
              <a:t>;</a:t>
            </a:r>
            <a:br>
              <a:rPr lang="en" altLang="zh-CN" sz="1400" dirty="0">
                <a:solidFill>
                  <a:srgbClr val="080808"/>
                </a:solidFill>
                <a:effectLst/>
                <a:latin typeface="JetBrains Mono"/>
              </a:rPr>
            </a:br>
            <a:br>
              <a:rPr lang="en" altLang="zh-CN" sz="1400" dirty="0">
                <a:solidFill>
                  <a:srgbClr val="080808"/>
                </a:solidFill>
                <a:effectLst/>
                <a:latin typeface="JetBrains Mono"/>
              </a:rPr>
            </a:br>
            <a:r>
              <a:rPr lang="en" altLang="zh-CN" sz="1400" dirty="0">
                <a:solidFill>
                  <a:srgbClr val="0033B3"/>
                </a:solidFill>
                <a:effectLst/>
                <a:latin typeface="JetBrains Mono"/>
              </a:rPr>
              <a:t>option </a:t>
            </a:r>
            <a:r>
              <a:rPr lang="en" altLang="zh-CN" sz="1400" dirty="0" err="1">
                <a:solidFill>
                  <a:srgbClr val="000000"/>
                </a:solidFill>
                <a:effectLst/>
                <a:latin typeface="JetBrains Mono"/>
              </a:rPr>
              <a:t>java_multiple_files</a:t>
            </a:r>
            <a:r>
              <a:rPr lang="en" altLang="zh-CN" sz="1400" dirty="0">
                <a:solidFill>
                  <a:srgbClr val="000000"/>
                </a:solidFill>
                <a:effectLst/>
                <a:latin typeface="JetBrains Mono"/>
              </a:rPr>
              <a:t> </a:t>
            </a:r>
            <a:r>
              <a:rPr lang="en" altLang="zh-CN" sz="1400" dirty="0">
                <a:solidFill>
                  <a:srgbClr val="080808"/>
                </a:solidFill>
                <a:effectLst/>
                <a:latin typeface="JetBrains Mono"/>
              </a:rPr>
              <a:t>= </a:t>
            </a:r>
            <a:r>
              <a:rPr lang="en" altLang="zh-CN" sz="1400" dirty="0">
                <a:solidFill>
                  <a:srgbClr val="0033B3"/>
                </a:solidFill>
                <a:effectLst/>
                <a:latin typeface="JetBrains Mono"/>
              </a:rPr>
              <a:t>true</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033B3"/>
                </a:solidFill>
                <a:effectLst/>
                <a:latin typeface="JetBrains Mono"/>
              </a:rPr>
              <a:t>option </a:t>
            </a:r>
            <a:r>
              <a:rPr lang="en" altLang="zh-CN" sz="1400" dirty="0" err="1">
                <a:solidFill>
                  <a:srgbClr val="000000"/>
                </a:solidFill>
                <a:effectLst/>
                <a:latin typeface="JetBrains Mono"/>
              </a:rPr>
              <a:t>java_package</a:t>
            </a:r>
            <a:r>
              <a:rPr lang="en" altLang="zh-CN" sz="1400" dirty="0">
                <a:solidFill>
                  <a:srgbClr val="000000"/>
                </a:solidFill>
                <a:effectLst/>
                <a:latin typeface="JetBrains Mono"/>
              </a:rPr>
              <a:t> </a:t>
            </a:r>
            <a:r>
              <a:rPr lang="en" altLang="zh-CN" sz="1400" dirty="0">
                <a:solidFill>
                  <a:srgbClr val="080808"/>
                </a:solidFill>
                <a:effectLst/>
                <a:latin typeface="JetBrains Mono"/>
              </a:rPr>
              <a:t>= </a:t>
            </a:r>
            <a:r>
              <a:rPr lang="en" altLang="zh-CN" sz="1400" dirty="0">
                <a:solidFill>
                  <a:srgbClr val="067D17"/>
                </a:solidFill>
                <a:effectLst/>
                <a:latin typeface="JetBrains Mono"/>
              </a:rPr>
              <a:t>"org.sjtu.se.se3353_22_grpc"</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033B3"/>
                </a:solidFill>
                <a:effectLst/>
                <a:latin typeface="JetBrains Mono"/>
              </a:rPr>
              <a:t>option </a:t>
            </a:r>
            <a:r>
              <a:rPr lang="en" altLang="zh-CN" sz="1400" dirty="0" err="1">
                <a:solidFill>
                  <a:srgbClr val="000000"/>
                </a:solidFill>
                <a:effectLst/>
                <a:latin typeface="JetBrains Mono"/>
              </a:rPr>
              <a:t>java_outer_classname</a:t>
            </a:r>
            <a:r>
              <a:rPr lang="en" altLang="zh-CN" sz="1400" dirty="0">
                <a:solidFill>
                  <a:srgbClr val="000000"/>
                </a:solidFill>
                <a:effectLst/>
                <a:latin typeface="JetBrains Mono"/>
              </a:rPr>
              <a:t> </a:t>
            </a:r>
            <a:r>
              <a:rPr lang="en" altLang="zh-CN" sz="1400" dirty="0">
                <a:solidFill>
                  <a:srgbClr val="080808"/>
                </a:solidFill>
                <a:effectLst/>
                <a:latin typeface="JetBrains Mono"/>
              </a:rPr>
              <a:t>= </a:t>
            </a:r>
            <a:r>
              <a:rPr lang="en" altLang="zh-CN" sz="1400" dirty="0">
                <a:solidFill>
                  <a:srgbClr val="067D17"/>
                </a:solidFill>
                <a:effectLst/>
                <a:latin typeface="JetBrains Mono"/>
              </a:rPr>
              <a:t>"</a:t>
            </a:r>
            <a:r>
              <a:rPr lang="en" altLang="zh-CN" sz="1400" dirty="0" err="1">
                <a:solidFill>
                  <a:srgbClr val="067D17"/>
                </a:solidFill>
                <a:effectLst/>
                <a:latin typeface="JetBrains Mono"/>
              </a:rPr>
              <a:t>HelloWorldProto</a:t>
            </a:r>
            <a:r>
              <a:rPr lang="en" altLang="zh-CN" sz="1400" dirty="0">
                <a:solidFill>
                  <a:srgbClr val="067D17"/>
                </a:solidFill>
                <a:effectLst/>
                <a:latin typeface="JetBrains Mono"/>
              </a:rPr>
              <a:t>"</a:t>
            </a:r>
            <a:r>
              <a:rPr lang="en" altLang="zh-CN" sz="1400" dirty="0">
                <a:solidFill>
                  <a:srgbClr val="080808"/>
                </a:solidFill>
                <a:effectLst/>
                <a:latin typeface="JetBrains Mono"/>
              </a:rPr>
              <a:t>;</a:t>
            </a:r>
            <a:br>
              <a:rPr lang="en" altLang="zh-CN" sz="1400" dirty="0">
                <a:solidFill>
                  <a:srgbClr val="080808"/>
                </a:solidFill>
                <a:effectLst/>
                <a:latin typeface="JetBrains Mono"/>
              </a:rPr>
            </a:br>
            <a:br>
              <a:rPr lang="en" altLang="zh-CN" sz="1400" dirty="0">
                <a:solidFill>
                  <a:srgbClr val="080808"/>
                </a:solidFill>
                <a:effectLst/>
                <a:latin typeface="JetBrains Mono"/>
              </a:rPr>
            </a:br>
            <a:r>
              <a:rPr lang="en" altLang="zh-CN" sz="1400" i="1" dirty="0">
                <a:solidFill>
                  <a:srgbClr val="8C8C8C"/>
                </a:solidFill>
                <a:effectLst/>
                <a:latin typeface="JetBrains Mono"/>
              </a:rPr>
              <a:t>// The greeting service definition.</a:t>
            </a:r>
            <a:br>
              <a:rPr lang="en" altLang="zh-CN" sz="1400" i="1" dirty="0">
                <a:solidFill>
                  <a:srgbClr val="8C8C8C"/>
                </a:solidFill>
                <a:effectLst/>
                <a:latin typeface="JetBrains Mono"/>
              </a:rPr>
            </a:br>
            <a:r>
              <a:rPr lang="en" altLang="zh-CN" sz="1400" dirty="0">
                <a:solidFill>
                  <a:srgbClr val="0033B3"/>
                </a:solidFill>
                <a:effectLst/>
                <a:latin typeface="JetBrains Mono"/>
              </a:rPr>
              <a:t>service </a:t>
            </a:r>
            <a:r>
              <a:rPr lang="en" altLang="zh-CN" sz="1400" dirty="0">
                <a:solidFill>
                  <a:srgbClr val="000000"/>
                </a:solidFill>
                <a:effectLst/>
                <a:latin typeface="JetBrains Mono"/>
              </a:rPr>
              <a:t>Simple </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i="1" dirty="0">
                <a:solidFill>
                  <a:srgbClr val="8C8C8C"/>
                </a:solidFill>
                <a:effectLst/>
                <a:latin typeface="JetBrains Mono"/>
              </a:rPr>
              <a:t>// Sends a greeting</a:t>
            </a:r>
            <a:br>
              <a:rPr lang="en" altLang="zh-CN" sz="1400" i="1" dirty="0">
                <a:solidFill>
                  <a:srgbClr val="8C8C8C"/>
                </a:solidFill>
                <a:effectLst/>
                <a:latin typeface="JetBrains Mono"/>
              </a:rPr>
            </a:br>
            <a:r>
              <a:rPr lang="en" altLang="zh-CN" sz="1400" i="1" dirty="0">
                <a:solidFill>
                  <a:srgbClr val="8C8C8C"/>
                </a:solidFill>
                <a:effectLst/>
                <a:latin typeface="JetBrains Mono"/>
              </a:rPr>
              <a:t>  </a:t>
            </a:r>
            <a:r>
              <a:rPr lang="en" altLang="zh-CN" sz="1400" dirty="0" err="1">
                <a:solidFill>
                  <a:srgbClr val="0033B3"/>
                </a:solidFill>
                <a:effectLst/>
                <a:latin typeface="JetBrains Mono"/>
              </a:rPr>
              <a:t>rpc</a:t>
            </a:r>
            <a:r>
              <a:rPr lang="en" altLang="zh-CN" sz="1400" dirty="0">
                <a:solidFill>
                  <a:srgbClr val="0033B3"/>
                </a:solidFill>
                <a:effectLst/>
                <a:latin typeface="JetBrains Mono"/>
              </a:rPr>
              <a:t> </a:t>
            </a:r>
            <a:r>
              <a:rPr lang="en" altLang="zh-CN" sz="1400" dirty="0" err="1">
                <a:solidFill>
                  <a:srgbClr val="000000"/>
                </a:solidFill>
                <a:effectLst/>
                <a:latin typeface="JetBrains Mono"/>
              </a:rPr>
              <a:t>SayHello</a:t>
            </a:r>
            <a:r>
              <a:rPr lang="en" altLang="zh-CN" sz="1400" dirty="0">
                <a:solidFill>
                  <a:srgbClr val="080808"/>
                </a:solidFill>
                <a:effectLst/>
                <a:latin typeface="JetBrains Mono"/>
              </a:rPr>
              <a:t>(</a:t>
            </a:r>
            <a:r>
              <a:rPr lang="en" altLang="zh-CN" sz="1400" dirty="0" err="1">
                <a:solidFill>
                  <a:srgbClr val="000000"/>
                </a:solidFill>
                <a:effectLst/>
                <a:latin typeface="JetBrains Mono"/>
              </a:rPr>
              <a:t>HelloRequest</a:t>
            </a:r>
            <a:r>
              <a:rPr lang="en" altLang="zh-CN" sz="1400" dirty="0">
                <a:solidFill>
                  <a:srgbClr val="080808"/>
                </a:solidFill>
                <a:effectLst/>
                <a:latin typeface="JetBrains Mono"/>
              </a:rPr>
              <a:t>) </a:t>
            </a:r>
            <a:r>
              <a:rPr lang="en" altLang="zh-CN" sz="1400" dirty="0">
                <a:solidFill>
                  <a:srgbClr val="0033B3"/>
                </a:solidFill>
                <a:effectLst/>
                <a:latin typeface="JetBrains Mono"/>
              </a:rPr>
              <a:t>returns </a:t>
            </a:r>
            <a:r>
              <a:rPr lang="en" altLang="zh-CN" sz="1400" dirty="0">
                <a:solidFill>
                  <a:srgbClr val="080808"/>
                </a:solidFill>
                <a:effectLst/>
                <a:latin typeface="JetBrains Mono"/>
              </a:rPr>
              <a:t>(</a:t>
            </a:r>
            <a:r>
              <a:rPr lang="en" altLang="zh-CN" sz="1400" dirty="0" err="1">
                <a:solidFill>
                  <a:srgbClr val="000000"/>
                </a:solidFill>
                <a:effectLst/>
                <a:latin typeface="JetBrains Mono"/>
              </a:rPr>
              <a:t>HelloReply</a:t>
            </a:r>
            <a:r>
              <a:rPr lang="en" altLang="zh-CN" sz="1400" dirty="0">
                <a:solidFill>
                  <a:srgbClr val="080808"/>
                </a:solidFill>
                <a:effectLst/>
                <a:latin typeface="JetBrains Mono"/>
              </a:rPr>
              <a:t>) { }</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err="1">
                <a:solidFill>
                  <a:srgbClr val="0033B3"/>
                </a:solidFill>
                <a:effectLst/>
                <a:latin typeface="JetBrains Mono"/>
              </a:rPr>
              <a:t>rpc</a:t>
            </a:r>
            <a:r>
              <a:rPr lang="en" altLang="zh-CN" sz="1400" dirty="0">
                <a:solidFill>
                  <a:srgbClr val="0033B3"/>
                </a:solidFill>
                <a:effectLst/>
                <a:latin typeface="JetBrains Mono"/>
              </a:rPr>
              <a:t> </a:t>
            </a:r>
            <a:r>
              <a:rPr lang="en" altLang="zh-CN" sz="1400" dirty="0" err="1">
                <a:solidFill>
                  <a:srgbClr val="000000"/>
                </a:solidFill>
                <a:effectLst/>
                <a:latin typeface="JetBrains Mono"/>
              </a:rPr>
              <a:t>StreamHello</a:t>
            </a:r>
            <a:r>
              <a:rPr lang="en" altLang="zh-CN" sz="1400" dirty="0">
                <a:solidFill>
                  <a:srgbClr val="080808"/>
                </a:solidFill>
                <a:effectLst/>
                <a:latin typeface="JetBrains Mono"/>
              </a:rPr>
              <a:t>(</a:t>
            </a:r>
            <a:r>
              <a:rPr lang="en" altLang="zh-CN" sz="1400" dirty="0" err="1">
                <a:solidFill>
                  <a:srgbClr val="000000"/>
                </a:solidFill>
                <a:effectLst/>
                <a:latin typeface="JetBrains Mono"/>
              </a:rPr>
              <a:t>HelloRequest</a:t>
            </a:r>
            <a:r>
              <a:rPr lang="en" altLang="zh-CN" sz="1400" dirty="0">
                <a:solidFill>
                  <a:srgbClr val="080808"/>
                </a:solidFill>
                <a:effectLst/>
                <a:latin typeface="JetBrains Mono"/>
              </a:rPr>
              <a:t>) </a:t>
            </a:r>
            <a:r>
              <a:rPr lang="en" altLang="zh-CN" sz="1400" dirty="0">
                <a:solidFill>
                  <a:srgbClr val="0033B3"/>
                </a:solidFill>
                <a:effectLst/>
                <a:latin typeface="JetBrains Mono"/>
              </a:rPr>
              <a:t>returns </a:t>
            </a:r>
            <a:r>
              <a:rPr lang="en" altLang="zh-CN" sz="1400" dirty="0">
                <a:solidFill>
                  <a:srgbClr val="080808"/>
                </a:solidFill>
                <a:effectLst/>
                <a:latin typeface="JetBrains Mono"/>
              </a:rPr>
              <a:t>(</a:t>
            </a:r>
            <a:r>
              <a:rPr lang="en" altLang="zh-CN" sz="1400" dirty="0">
                <a:solidFill>
                  <a:srgbClr val="0033B3"/>
                </a:solidFill>
                <a:effectLst/>
                <a:latin typeface="JetBrains Mono"/>
              </a:rPr>
              <a:t>stream </a:t>
            </a:r>
            <a:r>
              <a:rPr lang="en" altLang="zh-CN" sz="1400" dirty="0" err="1">
                <a:solidFill>
                  <a:srgbClr val="000000"/>
                </a:solidFill>
                <a:effectLst/>
                <a:latin typeface="JetBrains Mono"/>
              </a:rPr>
              <a:t>HelloReply</a:t>
            </a:r>
            <a:r>
              <a:rPr lang="en" altLang="zh-CN" sz="1400" dirty="0">
                <a:solidFill>
                  <a:srgbClr val="080808"/>
                </a:solidFill>
                <a:effectLst/>
                <a:latin typeface="JetBrains Mono"/>
              </a:rPr>
              <a:t>) { }</a:t>
            </a:r>
            <a:br>
              <a:rPr lang="en" altLang="zh-CN" sz="1400" dirty="0">
                <a:solidFill>
                  <a:srgbClr val="080808"/>
                </a:solidFill>
                <a:effectLst/>
                <a:latin typeface="JetBrains Mono"/>
              </a:rPr>
            </a:br>
            <a:r>
              <a:rPr lang="en" altLang="zh-CN" sz="1400" dirty="0">
                <a:solidFill>
                  <a:srgbClr val="080808"/>
                </a:solidFill>
                <a:effectLst/>
                <a:latin typeface="JetBrains Mono"/>
              </a:rPr>
              <a:t>}</a:t>
            </a:r>
            <a:br>
              <a:rPr lang="en" altLang="zh-CN" sz="1400" dirty="0">
                <a:solidFill>
                  <a:srgbClr val="080808"/>
                </a:solidFill>
                <a:effectLst/>
                <a:latin typeface="JetBrains Mono"/>
              </a:rPr>
            </a:br>
            <a:br>
              <a:rPr lang="en" altLang="zh-CN" sz="1400" dirty="0">
                <a:solidFill>
                  <a:srgbClr val="080808"/>
                </a:solidFill>
                <a:effectLst/>
                <a:latin typeface="JetBrains Mono"/>
              </a:rPr>
            </a:br>
            <a:endParaRPr lang="en" altLang="zh-CN" sz="1400" dirty="0">
              <a:solidFill>
                <a:srgbClr val="080808"/>
              </a:solidFill>
              <a:effectLst/>
              <a:latin typeface="JetBrains Mono"/>
            </a:endParaRPr>
          </a:p>
        </p:txBody>
      </p:sp>
      <p:sp>
        <p:nvSpPr>
          <p:cNvPr id="7" name="文本框 6">
            <a:extLst>
              <a:ext uri="{FF2B5EF4-FFF2-40B4-BE49-F238E27FC236}">
                <a16:creationId xmlns:a16="http://schemas.microsoft.com/office/drawing/2014/main" id="{9F25D541-3C46-22C3-8123-68146C32A58E}"/>
              </a:ext>
            </a:extLst>
          </p:cNvPr>
          <p:cNvSpPr txBox="1"/>
          <p:nvPr/>
        </p:nvSpPr>
        <p:spPr>
          <a:xfrm>
            <a:off x="4679540" y="1419622"/>
            <a:ext cx="4284948" cy="2246769"/>
          </a:xfrm>
          <a:prstGeom prst="rect">
            <a:avLst/>
          </a:prstGeom>
          <a:noFill/>
        </p:spPr>
        <p:txBody>
          <a:bodyPr wrap="square">
            <a:spAutoFit/>
          </a:bodyPr>
          <a:lstStyle/>
          <a:p>
            <a:pPr>
              <a:buNone/>
            </a:pPr>
            <a:br>
              <a:rPr lang="en" altLang="zh-CN" sz="1400" dirty="0">
                <a:solidFill>
                  <a:srgbClr val="080808"/>
                </a:solidFill>
                <a:effectLst/>
                <a:latin typeface="JetBrains Mono"/>
              </a:rPr>
            </a:br>
            <a:r>
              <a:rPr lang="en" altLang="zh-CN" sz="1400" i="1" dirty="0">
                <a:solidFill>
                  <a:srgbClr val="8C8C8C"/>
                </a:solidFill>
                <a:effectLst/>
                <a:latin typeface="JetBrains Mono"/>
              </a:rPr>
              <a:t>// The request message containing the user's name.</a:t>
            </a:r>
            <a:br>
              <a:rPr lang="en" altLang="zh-CN" sz="1400" i="1" dirty="0">
                <a:solidFill>
                  <a:srgbClr val="8C8C8C"/>
                </a:solidFill>
                <a:effectLst/>
                <a:latin typeface="JetBrains Mono"/>
              </a:rPr>
            </a:br>
            <a:r>
              <a:rPr lang="en" altLang="zh-CN" sz="1400" dirty="0">
                <a:solidFill>
                  <a:srgbClr val="0033B3"/>
                </a:solidFill>
                <a:effectLst/>
                <a:latin typeface="JetBrains Mono"/>
              </a:rPr>
              <a:t>message </a:t>
            </a:r>
            <a:r>
              <a:rPr lang="en" altLang="zh-CN" sz="1400" dirty="0" err="1">
                <a:solidFill>
                  <a:srgbClr val="000000"/>
                </a:solidFill>
                <a:effectLst/>
                <a:latin typeface="JetBrains Mono"/>
              </a:rPr>
              <a:t>HelloRequest</a:t>
            </a:r>
            <a:r>
              <a:rPr lang="en" altLang="zh-CN" sz="1400" dirty="0">
                <a:solidFill>
                  <a:srgbClr val="000000"/>
                </a:solidFill>
                <a:effectLst/>
                <a:latin typeface="JetBrains Mono"/>
              </a:rPr>
              <a:t> </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string </a:t>
            </a:r>
            <a:r>
              <a:rPr lang="en" altLang="zh-CN" sz="1400" dirty="0">
                <a:solidFill>
                  <a:srgbClr val="000000"/>
                </a:solidFill>
                <a:effectLst/>
                <a:latin typeface="JetBrains Mono"/>
              </a:rPr>
              <a:t>name </a:t>
            </a:r>
            <a:r>
              <a:rPr lang="en" altLang="zh-CN" sz="1400" dirty="0">
                <a:solidFill>
                  <a:srgbClr val="080808"/>
                </a:solidFill>
                <a:effectLst/>
                <a:latin typeface="JetBrains Mono"/>
              </a:rPr>
              <a:t>= </a:t>
            </a:r>
            <a:r>
              <a:rPr lang="en" altLang="zh-CN" sz="1400" dirty="0">
                <a:solidFill>
                  <a:srgbClr val="1750EB"/>
                </a:solidFill>
                <a:effectLst/>
                <a:latin typeface="JetBrains Mono"/>
              </a:rPr>
              <a:t>1</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a:t>
            </a:r>
            <a:br>
              <a:rPr lang="en" altLang="zh-CN" sz="1400" dirty="0">
                <a:solidFill>
                  <a:srgbClr val="080808"/>
                </a:solidFill>
                <a:effectLst/>
                <a:latin typeface="JetBrains Mono"/>
              </a:rPr>
            </a:br>
            <a:br>
              <a:rPr lang="en" altLang="zh-CN" sz="1400" dirty="0">
                <a:solidFill>
                  <a:srgbClr val="080808"/>
                </a:solidFill>
                <a:effectLst/>
                <a:latin typeface="JetBrains Mono"/>
              </a:rPr>
            </a:br>
            <a:r>
              <a:rPr lang="en" altLang="zh-CN" sz="1400" i="1" dirty="0">
                <a:solidFill>
                  <a:srgbClr val="8C8C8C"/>
                </a:solidFill>
                <a:effectLst/>
                <a:latin typeface="JetBrains Mono"/>
              </a:rPr>
              <a:t>// The response message containing the greetings</a:t>
            </a:r>
            <a:br>
              <a:rPr lang="en" altLang="zh-CN" sz="1400" i="1" dirty="0">
                <a:solidFill>
                  <a:srgbClr val="8C8C8C"/>
                </a:solidFill>
                <a:effectLst/>
                <a:latin typeface="JetBrains Mono"/>
              </a:rPr>
            </a:br>
            <a:r>
              <a:rPr lang="en" altLang="zh-CN" sz="1400" dirty="0">
                <a:solidFill>
                  <a:srgbClr val="0033B3"/>
                </a:solidFill>
                <a:effectLst/>
                <a:latin typeface="JetBrains Mono"/>
              </a:rPr>
              <a:t>message </a:t>
            </a:r>
            <a:r>
              <a:rPr lang="en" altLang="zh-CN" sz="1400" dirty="0" err="1">
                <a:solidFill>
                  <a:srgbClr val="000000"/>
                </a:solidFill>
                <a:effectLst/>
                <a:latin typeface="JetBrains Mono"/>
              </a:rPr>
              <a:t>HelloReply</a:t>
            </a:r>
            <a:r>
              <a:rPr lang="en" altLang="zh-CN" sz="1400" dirty="0">
                <a:solidFill>
                  <a:srgbClr val="000000"/>
                </a:solidFill>
                <a:effectLst/>
                <a:latin typeface="JetBrains Mono"/>
              </a:rPr>
              <a:t> </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string </a:t>
            </a:r>
            <a:r>
              <a:rPr lang="en" altLang="zh-CN" sz="1400" dirty="0">
                <a:solidFill>
                  <a:srgbClr val="000000"/>
                </a:solidFill>
                <a:effectLst/>
                <a:latin typeface="JetBrains Mono"/>
              </a:rPr>
              <a:t>message </a:t>
            </a:r>
            <a:r>
              <a:rPr lang="en" altLang="zh-CN" sz="1400" dirty="0">
                <a:solidFill>
                  <a:srgbClr val="080808"/>
                </a:solidFill>
                <a:effectLst/>
                <a:latin typeface="JetBrains Mono"/>
              </a:rPr>
              <a:t>= </a:t>
            </a:r>
            <a:r>
              <a:rPr lang="en" altLang="zh-CN" sz="1400" dirty="0">
                <a:solidFill>
                  <a:srgbClr val="1750EB"/>
                </a:solidFill>
                <a:effectLst/>
                <a:latin typeface="JetBrains Mono"/>
              </a:rPr>
              <a:t>1</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a:t>
            </a:r>
          </a:p>
        </p:txBody>
      </p:sp>
    </p:spTree>
    <p:extLst>
      <p:ext uri="{BB962C8B-B14F-4D97-AF65-F5344CB8AC3E}">
        <p14:creationId xmlns:p14="http://schemas.microsoft.com/office/powerpoint/2010/main" val="20117702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3EED1B-8099-18A4-C873-CB6E662E1B3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F0946DF-DC05-64B2-7D21-92BE735186A1}"/>
              </a:ext>
            </a:extLst>
          </p:cNvPr>
          <p:cNvSpPr>
            <a:spLocks noGrp="1"/>
          </p:cNvSpPr>
          <p:nvPr>
            <p:ph type="title"/>
          </p:nvPr>
        </p:nvSpPr>
        <p:spPr/>
        <p:txBody>
          <a:bodyPr/>
          <a:lstStyle/>
          <a:p>
            <a:r>
              <a:rPr lang="en" altLang="zh-CN" dirty="0">
                <a:effectLst/>
              </a:rPr>
              <a:t>Hello</a:t>
            </a:r>
            <a:r>
              <a:rPr lang="zh-CN" altLang="en-US" dirty="0">
                <a:effectLst/>
              </a:rPr>
              <a:t> </a:t>
            </a:r>
            <a:r>
              <a:rPr lang="en-US" altLang="zh-CN" dirty="0">
                <a:effectLst/>
              </a:rPr>
              <a:t>World</a:t>
            </a:r>
            <a:endParaRPr kumimoji="1" lang="zh-CN" altLang="en-US" dirty="0"/>
          </a:p>
        </p:txBody>
      </p:sp>
      <p:sp>
        <p:nvSpPr>
          <p:cNvPr id="3" name="内容占位符 2">
            <a:extLst>
              <a:ext uri="{FF2B5EF4-FFF2-40B4-BE49-F238E27FC236}">
                <a16:creationId xmlns:a16="http://schemas.microsoft.com/office/drawing/2014/main" id="{E321EDF8-2AC7-A53D-6A4B-9C4B7E58A1CC}"/>
              </a:ext>
            </a:extLst>
          </p:cNvPr>
          <p:cNvSpPr>
            <a:spLocks noGrp="1"/>
          </p:cNvSpPr>
          <p:nvPr>
            <p:ph idx="1"/>
          </p:nvPr>
        </p:nvSpPr>
        <p:spPr/>
        <p:txBody>
          <a:bodyPr/>
          <a:lstStyle/>
          <a:p>
            <a:r>
              <a:rPr lang="en" altLang="zh-CN" dirty="0"/>
              <a:t>Spring</a:t>
            </a:r>
            <a:r>
              <a:rPr lang="zh-CN" altLang="en-US" dirty="0"/>
              <a:t> </a:t>
            </a:r>
            <a:r>
              <a:rPr lang="en-US" altLang="zh-CN" dirty="0"/>
              <a:t>Boot</a:t>
            </a:r>
            <a:r>
              <a:rPr lang="zh-CN" altLang="en-US" dirty="0"/>
              <a:t> </a:t>
            </a:r>
            <a:r>
              <a:rPr lang="en-US" altLang="zh-CN" dirty="0" err="1"/>
              <a:t>gRPC</a:t>
            </a:r>
            <a:r>
              <a:rPr lang="zh-CN" altLang="en-US" dirty="0"/>
              <a:t> </a:t>
            </a:r>
            <a:r>
              <a:rPr lang="en-US" altLang="zh-CN" dirty="0"/>
              <a:t>Server</a:t>
            </a:r>
            <a:r>
              <a:rPr lang="zh-CN" altLang="en-US" dirty="0"/>
              <a:t> </a:t>
            </a:r>
            <a:r>
              <a:rPr lang="en-US" altLang="zh-CN" dirty="0"/>
              <a:t>Project - </a:t>
            </a:r>
            <a:r>
              <a:rPr lang="en-US" altLang="zh-CN" dirty="0" err="1"/>
              <a:t>GrpcServerService.java</a:t>
            </a:r>
            <a:endParaRPr lang="en" altLang="zh-CN" dirty="0"/>
          </a:p>
          <a:p>
            <a:endParaRPr kumimoji="1" lang="zh-CN" altLang="en-US" dirty="0"/>
          </a:p>
        </p:txBody>
      </p:sp>
      <p:sp>
        <p:nvSpPr>
          <p:cNvPr id="4" name="灯片编号占位符 3">
            <a:extLst>
              <a:ext uri="{FF2B5EF4-FFF2-40B4-BE49-F238E27FC236}">
                <a16:creationId xmlns:a16="http://schemas.microsoft.com/office/drawing/2014/main" id="{08669585-6062-BC80-5E80-7CA12C17075B}"/>
              </a:ext>
            </a:extLst>
          </p:cNvPr>
          <p:cNvSpPr>
            <a:spLocks noGrp="1"/>
          </p:cNvSpPr>
          <p:nvPr>
            <p:ph type="sldNum" sz="quarter" idx="12"/>
          </p:nvPr>
        </p:nvSpPr>
        <p:spPr/>
        <p:txBody>
          <a:bodyPr/>
          <a:lstStyle/>
          <a:p>
            <a:fld id="{CB818ED7-1FAF-4BEC-A906-EB6564C334EB}" type="slidenum">
              <a:rPr lang="zh-CN" altLang="en-US" smtClean="0"/>
              <a:pPr/>
              <a:t>36</a:t>
            </a:fld>
            <a:endParaRPr lang="zh-CN" altLang="en-US" dirty="0"/>
          </a:p>
        </p:txBody>
      </p:sp>
      <p:sp>
        <p:nvSpPr>
          <p:cNvPr id="6" name="文本框 5">
            <a:extLst>
              <a:ext uri="{FF2B5EF4-FFF2-40B4-BE49-F238E27FC236}">
                <a16:creationId xmlns:a16="http://schemas.microsoft.com/office/drawing/2014/main" id="{73CBA43C-9EB5-B059-6B0F-FE63591EEB9A}"/>
              </a:ext>
            </a:extLst>
          </p:cNvPr>
          <p:cNvSpPr txBox="1"/>
          <p:nvPr/>
        </p:nvSpPr>
        <p:spPr>
          <a:xfrm>
            <a:off x="395536" y="1203598"/>
            <a:ext cx="8640960" cy="3754874"/>
          </a:xfrm>
          <a:prstGeom prst="rect">
            <a:avLst/>
          </a:prstGeom>
          <a:noFill/>
        </p:spPr>
        <p:txBody>
          <a:bodyPr wrap="square">
            <a:spAutoFit/>
          </a:bodyPr>
          <a:lstStyle/>
          <a:p>
            <a:pPr>
              <a:buNone/>
            </a:pPr>
            <a:r>
              <a:rPr lang="en" altLang="zh-CN" sz="1400" dirty="0">
                <a:solidFill>
                  <a:srgbClr val="9E880D"/>
                </a:solidFill>
                <a:effectLst/>
                <a:latin typeface="JetBrains Mono"/>
              </a:rPr>
              <a:t>@Service</a:t>
            </a:r>
            <a:br>
              <a:rPr lang="en" altLang="zh-CN" sz="1400" dirty="0">
                <a:solidFill>
                  <a:srgbClr val="9E880D"/>
                </a:solidFill>
                <a:effectLst/>
                <a:latin typeface="JetBrains Mono"/>
              </a:rPr>
            </a:br>
            <a:r>
              <a:rPr lang="en" altLang="zh-CN" sz="1400" dirty="0">
                <a:solidFill>
                  <a:srgbClr val="0033B3"/>
                </a:solidFill>
                <a:effectLst/>
                <a:latin typeface="JetBrains Mono"/>
              </a:rPr>
              <a:t>class </a:t>
            </a:r>
            <a:r>
              <a:rPr lang="en" altLang="zh-CN" sz="1400" dirty="0" err="1">
                <a:solidFill>
                  <a:srgbClr val="000000"/>
                </a:solidFill>
                <a:effectLst/>
                <a:latin typeface="JetBrains Mono"/>
              </a:rPr>
              <a:t>GrpcServerService</a:t>
            </a:r>
            <a:r>
              <a:rPr lang="en" altLang="zh-CN" sz="1400" dirty="0">
                <a:solidFill>
                  <a:srgbClr val="000000"/>
                </a:solidFill>
                <a:effectLst/>
                <a:latin typeface="JetBrains Mono"/>
              </a:rPr>
              <a:t> </a:t>
            </a:r>
            <a:r>
              <a:rPr lang="en" altLang="zh-CN" sz="1400" dirty="0">
                <a:solidFill>
                  <a:srgbClr val="0033B3"/>
                </a:solidFill>
                <a:effectLst/>
                <a:latin typeface="JetBrains Mono"/>
              </a:rPr>
              <a:t>extends </a:t>
            </a:r>
            <a:r>
              <a:rPr lang="en" altLang="zh-CN" sz="1400" dirty="0" err="1">
                <a:solidFill>
                  <a:srgbClr val="000000"/>
                </a:solidFill>
                <a:effectLst/>
                <a:latin typeface="JetBrains Mono"/>
              </a:rPr>
              <a:t>SimpleGrpc</a:t>
            </a:r>
            <a:r>
              <a:rPr lang="en" altLang="zh-CN" sz="1400" dirty="0" err="1">
                <a:solidFill>
                  <a:srgbClr val="080808"/>
                </a:solidFill>
                <a:effectLst/>
                <a:latin typeface="JetBrains Mono"/>
              </a:rPr>
              <a:t>.</a:t>
            </a:r>
            <a:r>
              <a:rPr lang="en" altLang="zh-CN" sz="1400" dirty="0" err="1">
                <a:solidFill>
                  <a:srgbClr val="000000"/>
                </a:solidFill>
                <a:effectLst/>
                <a:latin typeface="JetBrains Mono"/>
              </a:rPr>
              <a:t>SimpleImplBase</a:t>
            </a:r>
            <a:r>
              <a:rPr lang="en" altLang="zh-CN" sz="1400" dirty="0">
                <a:solidFill>
                  <a:srgbClr val="000000"/>
                </a:solidFill>
                <a:effectLst/>
                <a:latin typeface="JetBrains Mono"/>
              </a:rPr>
              <a:t> </a:t>
            </a:r>
            <a:r>
              <a:rPr lang="en" altLang="zh-CN" sz="1400" dirty="0">
                <a:solidFill>
                  <a:srgbClr val="080808"/>
                </a:solidFill>
                <a:effectLst/>
                <a:latin typeface="JetBrains Mono"/>
              </a:rPr>
              <a:t>{</a:t>
            </a:r>
            <a:endParaRPr lang="en" altLang="zh-CN" sz="1400" dirty="0">
              <a:solidFill>
                <a:srgbClr val="080808"/>
              </a:solidFill>
              <a:latin typeface="JetBrains Mono"/>
            </a:endParaRPr>
          </a:p>
          <a:p>
            <a:r>
              <a:rPr lang="en" altLang="zh-CN" sz="1400" dirty="0">
                <a:solidFill>
                  <a:srgbClr val="0033B3"/>
                </a:solidFill>
                <a:latin typeface="JetBrains Mono"/>
              </a:rPr>
              <a:t>     private static </a:t>
            </a:r>
            <a:r>
              <a:rPr lang="en" altLang="zh-CN" sz="1400" dirty="0">
                <a:solidFill>
                  <a:srgbClr val="000000"/>
                </a:solidFill>
                <a:latin typeface="JetBrains Mono"/>
              </a:rPr>
              <a:t>Log </a:t>
            </a:r>
            <a:r>
              <a:rPr lang="en" altLang="zh-CN" sz="1400" i="1" dirty="0">
                <a:solidFill>
                  <a:srgbClr val="871094"/>
                </a:solidFill>
                <a:latin typeface="JetBrains Mono"/>
              </a:rPr>
              <a:t>log </a:t>
            </a:r>
            <a:r>
              <a:rPr lang="en" altLang="zh-CN" sz="1400" dirty="0">
                <a:solidFill>
                  <a:srgbClr val="080808"/>
                </a:solidFill>
                <a:latin typeface="JetBrains Mono"/>
              </a:rPr>
              <a:t>= </a:t>
            </a:r>
            <a:r>
              <a:rPr lang="en" altLang="zh-CN" sz="1400" dirty="0" err="1">
                <a:solidFill>
                  <a:srgbClr val="000000"/>
                </a:solidFill>
                <a:latin typeface="JetBrains Mono"/>
              </a:rPr>
              <a:t>LogFactory</a:t>
            </a:r>
            <a:r>
              <a:rPr lang="en" altLang="zh-CN" sz="1400" dirty="0" err="1">
                <a:solidFill>
                  <a:srgbClr val="080808"/>
                </a:solidFill>
                <a:latin typeface="JetBrains Mono"/>
              </a:rPr>
              <a:t>.</a:t>
            </a:r>
            <a:r>
              <a:rPr lang="en" altLang="zh-CN" sz="1400" i="1" dirty="0" err="1">
                <a:solidFill>
                  <a:srgbClr val="080808"/>
                </a:solidFill>
                <a:latin typeface="JetBrains Mono"/>
              </a:rPr>
              <a:t>getLog</a:t>
            </a:r>
            <a:r>
              <a:rPr lang="en" altLang="zh-CN" sz="1400" dirty="0">
                <a:solidFill>
                  <a:srgbClr val="080808"/>
                </a:solidFill>
                <a:latin typeface="JetBrains Mono"/>
              </a:rPr>
              <a:t>(</a:t>
            </a:r>
            <a:r>
              <a:rPr lang="en" altLang="zh-CN" sz="1400" dirty="0" err="1">
                <a:solidFill>
                  <a:srgbClr val="000000"/>
                </a:solidFill>
                <a:latin typeface="JetBrains Mono"/>
              </a:rPr>
              <a:t>GrpcServerService</a:t>
            </a:r>
            <a:r>
              <a:rPr lang="en" altLang="zh-CN" sz="1400" dirty="0" err="1">
                <a:solidFill>
                  <a:srgbClr val="080808"/>
                </a:solidFill>
                <a:latin typeface="JetBrains Mono"/>
              </a:rPr>
              <a:t>.</a:t>
            </a:r>
            <a:r>
              <a:rPr lang="en" altLang="zh-CN" sz="1400" dirty="0" err="1">
                <a:solidFill>
                  <a:srgbClr val="0033B3"/>
                </a:solidFill>
                <a:latin typeface="JetBrains Mono"/>
              </a:rPr>
              <a:t>class</a:t>
            </a:r>
            <a:r>
              <a:rPr lang="en" altLang="zh-CN" sz="1400" dirty="0">
                <a:solidFill>
                  <a:srgbClr val="080808"/>
                </a:solidFill>
                <a:latin typeface="JetBrains Mono"/>
              </a:rPr>
              <a:t>);</a:t>
            </a:r>
          </a:p>
          <a:p>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9E880D"/>
                </a:solidFill>
                <a:effectLst/>
                <a:latin typeface="JetBrains Mono"/>
              </a:rPr>
              <a:t>@Override</a:t>
            </a:r>
            <a:br>
              <a:rPr lang="en" altLang="zh-CN" sz="1400" dirty="0">
                <a:solidFill>
                  <a:srgbClr val="9E880D"/>
                </a:solidFill>
                <a:effectLst/>
                <a:latin typeface="JetBrains Mono"/>
              </a:rPr>
            </a:br>
            <a:r>
              <a:rPr lang="en" altLang="zh-CN" sz="1400" dirty="0">
                <a:solidFill>
                  <a:srgbClr val="9E880D"/>
                </a:solidFill>
                <a:effectLst/>
                <a:latin typeface="JetBrains Mono"/>
              </a:rPr>
              <a:t>    </a:t>
            </a:r>
            <a:r>
              <a:rPr lang="en" altLang="zh-CN" sz="1400" dirty="0">
                <a:solidFill>
                  <a:srgbClr val="0033B3"/>
                </a:solidFill>
                <a:effectLst/>
                <a:latin typeface="JetBrains Mono"/>
              </a:rPr>
              <a:t>public void </a:t>
            </a:r>
            <a:r>
              <a:rPr lang="en" altLang="zh-CN" sz="1400" dirty="0" err="1">
                <a:solidFill>
                  <a:srgbClr val="00627A"/>
                </a:solidFill>
                <a:effectLst/>
                <a:latin typeface="JetBrains Mono"/>
              </a:rPr>
              <a:t>sayHello</a:t>
            </a:r>
            <a:r>
              <a:rPr lang="en" altLang="zh-CN" sz="1400" dirty="0">
                <a:solidFill>
                  <a:srgbClr val="080808"/>
                </a:solidFill>
                <a:effectLst/>
                <a:latin typeface="JetBrains Mono"/>
              </a:rPr>
              <a:t>(</a:t>
            </a:r>
            <a:r>
              <a:rPr lang="en" altLang="zh-CN" sz="1400" dirty="0" err="1">
                <a:solidFill>
                  <a:srgbClr val="000000"/>
                </a:solidFill>
                <a:effectLst/>
                <a:latin typeface="JetBrains Mono"/>
              </a:rPr>
              <a:t>HelloRequest</a:t>
            </a:r>
            <a:r>
              <a:rPr lang="en" altLang="zh-CN" sz="1400" dirty="0">
                <a:solidFill>
                  <a:srgbClr val="000000"/>
                </a:solidFill>
                <a:effectLst/>
                <a:latin typeface="JetBrains Mono"/>
              </a:rPr>
              <a:t> req</a:t>
            </a:r>
            <a:r>
              <a:rPr lang="en" altLang="zh-CN" sz="1400" dirty="0">
                <a:solidFill>
                  <a:srgbClr val="080808"/>
                </a:solidFill>
                <a:effectLst/>
                <a:latin typeface="JetBrains Mono"/>
              </a:rPr>
              <a:t>, </a:t>
            </a:r>
            <a:r>
              <a:rPr lang="en" altLang="zh-CN" sz="1400" dirty="0" err="1">
                <a:solidFill>
                  <a:srgbClr val="000000"/>
                </a:solidFill>
                <a:effectLst/>
                <a:latin typeface="JetBrains Mono"/>
              </a:rPr>
              <a:t>StreamObserver</a:t>
            </a:r>
            <a:r>
              <a:rPr lang="en" altLang="zh-CN" sz="1400" dirty="0">
                <a:solidFill>
                  <a:srgbClr val="080808"/>
                </a:solidFill>
                <a:effectLst/>
                <a:latin typeface="JetBrains Mono"/>
              </a:rPr>
              <a:t>&lt;</a:t>
            </a:r>
            <a:r>
              <a:rPr lang="en" altLang="zh-CN" sz="1400" dirty="0" err="1">
                <a:solidFill>
                  <a:srgbClr val="000000"/>
                </a:solidFill>
                <a:effectLst/>
                <a:latin typeface="JetBrains Mono"/>
              </a:rPr>
              <a:t>HelloReply</a:t>
            </a:r>
            <a:r>
              <a:rPr lang="en" altLang="zh-CN" sz="1400" dirty="0">
                <a:solidFill>
                  <a:srgbClr val="080808"/>
                </a:solidFill>
                <a:effectLst/>
                <a:latin typeface="JetBrains Mono"/>
              </a:rPr>
              <a:t>&gt; </a:t>
            </a:r>
            <a:r>
              <a:rPr lang="en" altLang="zh-CN" sz="1400" dirty="0" err="1">
                <a:solidFill>
                  <a:srgbClr val="000000"/>
                </a:solidFill>
                <a:effectLst/>
                <a:latin typeface="JetBrains Mono"/>
              </a:rPr>
              <a:t>responseObserver</a:t>
            </a:r>
            <a:r>
              <a:rPr lang="en" altLang="zh-CN" sz="1400" dirty="0">
                <a:solidFill>
                  <a:srgbClr val="080808"/>
                </a:solidFill>
                <a:effectLst/>
                <a:latin typeface="JetBrains Mono"/>
              </a:rPr>
              <a:t>) {</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i="1" dirty="0" err="1">
                <a:solidFill>
                  <a:srgbClr val="871094"/>
                </a:solidFill>
                <a:effectLst/>
                <a:latin typeface="JetBrains Mono"/>
              </a:rPr>
              <a:t>log</a:t>
            </a:r>
            <a:r>
              <a:rPr lang="en" altLang="zh-CN" sz="1400" dirty="0" err="1">
                <a:solidFill>
                  <a:srgbClr val="080808"/>
                </a:solidFill>
                <a:effectLst/>
                <a:latin typeface="JetBrains Mono"/>
              </a:rPr>
              <a:t>.info</a:t>
            </a:r>
            <a:r>
              <a:rPr lang="en" altLang="zh-CN" sz="1400" dirty="0">
                <a:solidFill>
                  <a:srgbClr val="080808"/>
                </a:solidFill>
                <a:effectLst/>
                <a:latin typeface="JetBrains Mono"/>
              </a:rPr>
              <a:t>(</a:t>
            </a:r>
            <a:r>
              <a:rPr lang="en" altLang="zh-CN" sz="1400" dirty="0">
                <a:solidFill>
                  <a:srgbClr val="067D17"/>
                </a:solidFill>
                <a:effectLst/>
                <a:latin typeface="JetBrains Mono"/>
              </a:rPr>
              <a:t>"Hello " </a:t>
            </a:r>
            <a:r>
              <a:rPr lang="en" altLang="zh-CN" sz="1400" dirty="0">
                <a:solidFill>
                  <a:srgbClr val="080808"/>
                </a:solidFill>
                <a:effectLst/>
                <a:latin typeface="JetBrains Mono"/>
              </a:rPr>
              <a:t>+ </a:t>
            </a:r>
            <a:r>
              <a:rPr lang="en" altLang="zh-CN" sz="1400" dirty="0" err="1">
                <a:solidFill>
                  <a:srgbClr val="000000"/>
                </a:solidFill>
                <a:effectLst/>
                <a:latin typeface="JetBrains Mono"/>
              </a:rPr>
              <a:t>req</a:t>
            </a:r>
            <a:r>
              <a:rPr lang="en" altLang="zh-CN" sz="1400" dirty="0" err="1">
                <a:solidFill>
                  <a:srgbClr val="080808"/>
                </a:solidFill>
                <a:effectLst/>
                <a:latin typeface="JetBrains Mono"/>
              </a:rPr>
              <a:t>.getName</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if </a:t>
            </a:r>
            <a:r>
              <a:rPr lang="en" altLang="zh-CN" sz="1400" dirty="0">
                <a:solidFill>
                  <a:srgbClr val="080808"/>
                </a:solidFill>
                <a:effectLst/>
                <a:latin typeface="JetBrains Mono"/>
              </a:rPr>
              <a:t>(</a:t>
            </a:r>
            <a:r>
              <a:rPr lang="en" altLang="zh-CN" sz="1400" dirty="0" err="1">
                <a:solidFill>
                  <a:srgbClr val="000000"/>
                </a:solidFill>
                <a:effectLst/>
                <a:latin typeface="JetBrains Mono"/>
              </a:rPr>
              <a:t>req</a:t>
            </a:r>
            <a:r>
              <a:rPr lang="en" altLang="zh-CN" sz="1400" dirty="0" err="1">
                <a:solidFill>
                  <a:srgbClr val="080808"/>
                </a:solidFill>
                <a:effectLst/>
                <a:latin typeface="JetBrains Mono"/>
              </a:rPr>
              <a:t>.getName</a:t>
            </a:r>
            <a:r>
              <a:rPr lang="en" altLang="zh-CN" sz="1400" dirty="0">
                <a:solidFill>
                  <a:srgbClr val="080808"/>
                </a:solidFill>
                <a:effectLst/>
                <a:latin typeface="JetBrains Mono"/>
              </a:rPr>
              <a:t>().</a:t>
            </a:r>
            <a:r>
              <a:rPr lang="en" altLang="zh-CN" sz="1400" dirty="0" err="1">
                <a:solidFill>
                  <a:srgbClr val="080808"/>
                </a:solidFill>
                <a:effectLst/>
                <a:latin typeface="JetBrains Mono"/>
              </a:rPr>
              <a:t>startsWith</a:t>
            </a:r>
            <a:r>
              <a:rPr lang="en" altLang="zh-CN" sz="1400" dirty="0">
                <a:solidFill>
                  <a:srgbClr val="080808"/>
                </a:solidFill>
                <a:effectLst/>
                <a:latin typeface="JetBrains Mono"/>
              </a:rPr>
              <a:t>(</a:t>
            </a:r>
            <a:r>
              <a:rPr lang="en" altLang="zh-CN" sz="1400" dirty="0">
                <a:solidFill>
                  <a:srgbClr val="067D17"/>
                </a:solidFill>
                <a:effectLst/>
                <a:latin typeface="JetBrains Mono"/>
              </a:rPr>
              <a:t>"error"</a:t>
            </a:r>
            <a:r>
              <a:rPr lang="en" altLang="zh-CN" sz="1400" dirty="0">
                <a:solidFill>
                  <a:srgbClr val="080808"/>
                </a:solidFill>
                <a:effectLst/>
                <a:latin typeface="JetBrains Mono"/>
              </a:rPr>
              <a:t>)) {</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throw new </a:t>
            </a:r>
            <a:r>
              <a:rPr lang="en" altLang="zh-CN" sz="1400" dirty="0" err="1">
                <a:solidFill>
                  <a:srgbClr val="080808"/>
                </a:solidFill>
                <a:effectLst/>
                <a:latin typeface="JetBrains Mono"/>
              </a:rPr>
              <a:t>IllegalArgumentException</a:t>
            </a:r>
            <a:r>
              <a:rPr lang="en" altLang="zh-CN" sz="1400" dirty="0">
                <a:solidFill>
                  <a:srgbClr val="080808"/>
                </a:solidFill>
                <a:effectLst/>
                <a:latin typeface="JetBrains Mono"/>
              </a:rPr>
              <a:t>(</a:t>
            </a:r>
            <a:r>
              <a:rPr lang="en" altLang="zh-CN" sz="1400" dirty="0">
                <a:solidFill>
                  <a:srgbClr val="067D17"/>
                </a:solidFill>
                <a:effectLst/>
                <a:latin typeface="JetBrains Mono"/>
              </a:rPr>
              <a:t>"Bad name: " </a:t>
            </a:r>
            <a:r>
              <a:rPr lang="en" altLang="zh-CN" sz="1400" dirty="0">
                <a:solidFill>
                  <a:srgbClr val="080808"/>
                </a:solidFill>
                <a:effectLst/>
                <a:latin typeface="JetBrains Mono"/>
              </a:rPr>
              <a:t>+ </a:t>
            </a:r>
            <a:r>
              <a:rPr lang="en" altLang="zh-CN" sz="1400" dirty="0" err="1">
                <a:solidFill>
                  <a:srgbClr val="000000"/>
                </a:solidFill>
                <a:effectLst/>
                <a:latin typeface="JetBrains Mono"/>
              </a:rPr>
              <a:t>req</a:t>
            </a:r>
            <a:r>
              <a:rPr lang="en" altLang="zh-CN" sz="1400" dirty="0" err="1">
                <a:solidFill>
                  <a:srgbClr val="080808"/>
                </a:solidFill>
                <a:effectLst/>
                <a:latin typeface="JetBrains Mono"/>
              </a:rPr>
              <a:t>.getName</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if </a:t>
            </a:r>
            <a:r>
              <a:rPr lang="en" altLang="zh-CN" sz="1400" dirty="0">
                <a:solidFill>
                  <a:srgbClr val="080808"/>
                </a:solidFill>
                <a:effectLst/>
                <a:latin typeface="JetBrains Mono"/>
              </a:rPr>
              <a:t>(</a:t>
            </a:r>
            <a:r>
              <a:rPr lang="en" altLang="zh-CN" sz="1400" dirty="0" err="1">
                <a:solidFill>
                  <a:srgbClr val="000000"/>
                </a:solidFill>
                <a:effectLst/>
                <a:latin typeface="JetBrains Mono"/>
              </a:rPr>
              <a:t>req</a:t>
            </a:r>
            <a:r>
              <a:rPr lang="en" altLang="zh-CN" sz="1400" dirty="0" err="1">
                <a:solidFill>
                  <a:srgbClr val="080808"/>
                </a:solidFill>
                <a:effectLst/>
                <a:latin typeface="JetBrains Mono"/>
              </a:rPr>
              <a:t>.getName</a:t>
            </a:r>
            <a:r>
              <a:rPr lang="en" altLang="zh-CN" sz="1400" dirty="0">
                <a:solidFill>
                  <a:srgbClr val="080808"/>
                </a:solidFill>
                <a:effectLst/>
                <a:latin typeface="JetBrains Mono"/>
              </a:rPr>
              <a:t>().</a:t>
            </a:r>
            <a:r>
              <a:rPr lang="en" altLang="zh-CN" sz="1400" dirty="0" err="1">
                <a:solidFill>
                  <a:srgbClr val="080808"/>
                </a:solidFill>
                <a:effectLst/>
                <a:latin typeface="JetBrains Mono"/>
              </a:rPr>
              <a:t>startsWith</a:t>
            </a:r>
            <a:r>
              <a:rPr lang="en" altLang="zh-CN" sz="1400" dirty="0">
                <a:solidFill>
                  <a:srgbClr val="080808"/>
                </a:solidFill>
                <a:effectLst/>
                <a:latin typeface="JetBrains Mono"/>
              </a:rPr>
              <a:t>(</a:t>
            </a:r>
            <a:r>
              <a:rPr lang="en" altLang="zh-CN" sz="1400" dirty="0">
                <a:solidFill>
                  <a:srgbClr val="067D17"/>
                </a:solidFill>
                <a:effectLst/>
                <a:latin typeface="JetBrains Mono"/>
              </a:rPr>
              <a:t>"internal"</a:t>
            </a:r>
            <a:r>
              <a:rPr lang="en" altLang="zh-CN" sz="1400" dirty="0">
                <a:solidFill>
                  <a:srgbClr val="080808"/>
                </a:solidFill>
                <a:effectLst/>
                <a:latin typeface="JetBrains Mono"/>
              </a:rPr>
              <a:t>)) {</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throw new </a:t>
            </a:r>
            <a:r>
              <a:rPr lang="en" altLang="zh-CN" sz="1400" dirty="0" err="1">
                <a:solidFill>
                  <a:srgbClr val="080808"/>
                </a:solidFill>
                <a:effectLst/>
                <a:latin typeface="JetBrains Mono"/>
              </a:rPr>
              <a:t>RuntimeException</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err="1">
                <a:solidFill>
                  <a:srgbClr val="000000"/>
                </a:solidFill>
                <a:effectLst/>
                <a:latin typeface="JetBrains Mono"/>
              </a:rPr>
              <a:t>HelloReply</a:t>
            </a:r>
            <a:r>
              <a:rPr lang="en" altLang="zh-CN" sz="1400" dirty="0">
                <a:solidFill>
                  <a:srgbClr val="000000"/>
                </a:solidFill>
                <a:effectLst/>
                <a:latin typeface="JetBrains Mono"/>
              </a:rPr>
              <a:t> reply </a:t>
            </a:r>
            <a:r>
              <a:rPr lang="en" altLang="zh-CN" sz="1400" dirty="0">
                <a:solidFill>
                  <a:srgbClr val="080808"/>
                </a:solidFill>
                <a:effectLst/>
                <a:latin typeface="JetBrains Mono"/>
              </a:rPr>
              <a:t>= </a:t>
            </a:r>
            <a:r>
              <a:rPr lang="en" altLang="zh-CN" sz="1400" dirty="0" err="1">
                <a:solidFill>
                  <a:srgbClr val="000000"/>
                </a:solidFill>
                <a:effectLst/>
                <a:latin typeface="JetBrains Mono"/>
              </a:rPr>
              <a:t>HelloReply</a:t>
            </a:r>
            <a:r>
              <a:rPr lang="en" altLang="zh-CN" sz="1400" dirty="0" err="1">
                <a:solidFill>
                  <a:srgbClr val="080808"/>
                </a:solidFill>
                <a:effectLst/>
                <a:latin typeface="JetBrains Mono"/>
              </a:rPr>
              <a:t>.</a:t>
            </a:r>
            <a:r>
              <a:rPr lang="en" altLang="zh-CN" sz="1400" i="1" dirty="0" err="1">
                <a:solidFill>
                  <a:srgbClr val="080808"/>
                </a:solidFill>
                <a:effectLst/>
                <a:latin typeface="JetBrains Mono"/>
              </a:rPr>
              <a:t>newBuilder</a:t>
            </a:r>
            <a:r>
              <a:rPr lang="en" altLang="zh-CN" sz="1400" dirty="0">
                <a:solidFill>
                  <a:srgbClr val="080808"/>
                </a:solidFill>
                <a:effectLst/>
                <a:latin typeface="JetBrains Mono"/>
              </a:rPr>
              <a:t>().</a:t>
            </a:r>
            <a:r>
              <a:rPr lang="en" altLang="zh-CN" sz="1400" dirty="0" err="1">
                <a:solidFill>
                  <a:srgbClr val="080808"/>
                </a:solidFill>
                <a:effectLst/>
                <a:latin typeface="JetBrains Mono"/>
              </a:rPr>
              <a:t>setMessage</a:t>
            </a:r>
            <a:r>
              <a:rPr lang="en" altLang="zh-CN" sz="1400" dirty="0">
                <a:solidFill>
                  <a:srgbClr val="080808"/>
                </a:solidFill>
                <a:effectLst/>
                <a:latin typeface="JetBrains Mono"/>
              </a:rPr>
              <a:t>(</a:t>
            </a:r>
            <a:r>
              <a:rPr lang="en" altLang="zh-CN" sz="1400" dirty="0">
                <a:solidFill>
                  <a:srgbClr val="067D17"/>
                </a:solidFill>
                <a:effectLst/>
                <a:latin typeface="JetBrains Mono"/>
              </a:rPr>
              <a:t>"Hello ==&gt; " </a:t>
            </a:r>
            <a:r>
              <a:rPr lang="en" altLang="zh-CN" sz="1400" dirty="0">
                <a:solidFill>
                  <a:srgbClr val="080808"/>
                </a:solidFill>
                <a:effectLst/>
                <a:latin typeface="JetBrains Mono"/>
              </a:rPr>
              <a:t>+ </a:t>
            </a:r>
            <a:r>
              <a:rPr lang="en" altLang="zh-CN" sz="1400" dirty="0" err="1">
                <a:solidFill>
                  <a:srgbClr val="000000"/>
                </a:solidFill>
                <a:effectLst/>
                <a:latin typeface="JetBrains Mono"/>
              </a:rPr>
              <a:t>req</a:t>
            </a:r>
            <a:r>
              <a:rPr lang="en" altLang="zh-CN" sz="1400" dirty="0" err="1">
                <a:solidFill>
                  <a:srgbClr val="080808"/>
                </a:solidFill>
                <a:effectLst/>
                <a:latin typeface="JetBrains Mono"/>
              </a:rPr>
              <a:t>.getName</a:t>
            </a:r>
            <a:r>
              <a:rPr lang="en" altLang="zh-CN" sz="1400" dirty="0">
                <a:solidFill>
                  <a:srgbClr val="080808"/>
                </a:solidFill>
                <a:effectLst/>
                <a:latin typeface="JetBrains Mono"/>
              </a:rPr>
              <a:t>()).build();</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err="1">
                <a:solidFill>
                  <a:srgbClr val="000000"/>
                </a:solidFill>
                <a:effectLst/>
                <a:latin typeface="JetBrains Mono"/>
              </a:rPr>
              <a:t>responseObserver</a:t>
            </a:r>
            <a:r>
              <a:rPr lang="en" altLang="zh-CN" sz="1400" dirty="0" err="1">
                <a:solidFill>
                  <a:srgbClr val="080808"/>
                </a:solidFill>
                <a:effectLst/>
                <a:latin typeface="JetBrains Mono"/>
              </a:rPr>
              <a:t>.onNext</a:t>
            </a:r>
            <a:r>
              <a:rPr lang="en" altLang="zh-CN" sz="1400" dirty="0">
                <a:solidFill>
                  <a:srgbClr val="080808"/>
                </a:solidFill>
                <a:effectLst/>
                <a:latin typeface="JetBrains Mono"/>
              </a:rPr>
              <a:t>(</a:t>
            </a:r>
            <a:r>
              <a:rPr lang="en" altLang="zh-CN" sz="1400" dirty="0">
                <a:solidFill>
                  <a:srgbClr val="000000"/>
                </a:solidFill>
                <a:effectLst/>
                <a:latin typeface="JetBrains Mono"/>
              </a:rPr>
              <a:t>reply</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err="1">
                <a:solidFill>
                  <a:srgbClr val="000000"/>
                </a:solidFill>
                <a:effectLst/>
                <a:latin typeface="JetBrains Mono"/>
              </a:rPr>
              <a:t>responseObserver</a:t>
            </a:r>
            <a:r>
              <a:rPr lang="en" altLang="zh-CN" sz="1400" dirty="0" err="1">
                <a:solidFill>
                  <a:srgbClr val="080808"/>
                </a:solidFill>
                <a:effectLst/>
                <a:latin typeface="JetBrains Mono"/>
              </a:rPr>
              <a:t>.onCompleted</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p>
        </p:txBody>
      </p:sp>
    </p:spTree>
    <p:extLst>
      <p:ext uri="{BB962C8B-B14F-4D97-AF65-F5344CB8AC3E}">
        <p14:creationId xmlns:p14="http://schemas.microsoft.com/office/powerpoint/2010/main" val="18446751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021F1F-22FA-FD9D-77EB-CEF6D808783F}"/>
              </a:ext>
            </a:extLst>
          </p:cNvPr>
          <p:cNvSpPr>
            <a:spLocks noGrp="1"/>
          </p:cNvSpPr>
          <p:nvPr>
            <p:ph type="title"/>
          </p:nvPr>
        </p:nvSpPr>
        <p:spPr/>
        <p:txBody>
          <a:bodyPr/>
          <a:lstStyle/>
          <a:p>
            <a:r>
              <a:rPr lang="en" altLang="zh-CN" dirty="0">
                <a:effectLst/>
              </a:rPr>
              <a:t>Hello</a:t>
            </a:r>
            <a:r>
              <a:rPr lang="zh-CN" altLang="en-US" dirty="0">
                <a:effectLst/>
              </a:rPr>
              <a:t> </a:t>
            </a:r>
            <a:r>
              <a:rPr lang="en-US" altLang="zh-CN" dirty="0">
                <a:effectLst/>
              </a:rPr>
              <a:t>World</a:t>
            </a:r>
            <a:endParaRPr kumimoji="1" lang="zh-CN" altLang="en-US" dirty="0"/>
          </a:p>
        </p:txBody>
      </p:sp>
      <p:sp>
        <p:nvSpPr>
          <p:cNvPr id="3" name="内容占位符 2">
            <a:extLst>
              <a:ext uri="{FF2B5EF4-FFF2-40B4-BE49-F238E27FC236}">
                <a16:creationId xmlns:a16="http://schemas.microsoft.com/office/drawing/2014/main" id="{70BC57DB-CB99-D801-052F-EB17F38352C3}"/>
              </a:ext>
            </a:extLst>
          </p:cNvPr>
          <p:cNvSpPr>
            <a:spLocks noGrp="1"/>
          </p:cNvSpPr>
          <p:nvPr>
            <p:ph idx="1"/>
          </p:nvPr>
        </p:nvSpPr>
        <p:spPr/>
        <p:txBody>
          <a:bodyPr/>
          <a:lstStyle/>
          <a:p>
            <a:r>
              <a:rPr lang="en" altLang="zh-CN" dirty="0"/>
              <a:t>Spring</a:t>
            </a:r>
            <a:r>
              <a:rPr lang="zh-CN" altLang="en-US" dirty="0"/>
              <a:t> </a:t>
            </a:r>
            <a:r>
              <a:rPr lang="en-US" altLang="zh-CN" dirty="0"/>
              <a:t>Boot</a:t>
            </a:r>
            <a:r>
              <a:rPr lang="zh-CN" altLang="en-US" dirty="0"/>
              <a:t> </a:t>
            </a:r>
            <a:r>
              <a:rPr lang="en-US" altLang="zh-CN" dirty="0" err="1"/>
              <a:t>gRPC</a:t>
            </a:r>
            <a:r>
              <a:rPr lang="zh-CN" altLang="en-US" dirty="0"/>
              <a:t> </a:t>
            </a:r>
            <a:r>
              <a:rPr lang="en-US" altLang="zh-CN" dirty="0"/>
              <a:t>Server</a:t>
            </a:r>
            <a:r>
              <a:rPr lang="zh-CN" altLang="en-US" dirty="0"/>
              <a:t> </a:t>
            </a:r>
            <a:r>
              <a:rPr lang="en-US" altLang="zh-CN" dirty="0"/>
              <a:t>Project - </a:t>
            </a:r>
            <a:r>
              <a:rPr lang="en-US" altLang="zh-CN" dirty="0" err="1"/>
              <a:t>GrpcServerService.java</a:t>
            </a:r>
            <a:endParaRPr lang="en" altLang="zh-CN" dirty="0"/>
          </a:p>
          <a:p>
            <a:endParaRPr kumimoji="1" lang="zh-CN" altLang="en-US" dirty="0"/>
          </a:p>
        </p:txBody>
      </p:sp>
      <p:sp>
        <p:nvSpPr>
          <p:cNvPr id="4" name="灯片编号占位符 3">
            <a:extLst>
              <a:ext uri="{FF2B5EF4-FFF2-40B4-BE49-F238E27FC236}">
                <a16:creationId xmlns:a16="http://schemas.microsoft.com/office/drawing/2014/main" id="{2EF169F4-4D01-C211-61E9-CF8242D861C0}"/>
              </a:ext>
            </a:extLst>
          </p:cNvPr>
          <p:cNvSpPr>
            <a:spLocks noGrp="1"/>
          </p:cNvSpPr>
          <p:nvPr>
            <p:ph type="sldNum" sz="quarter" idx="12"/>
          </p:nvPr>
        </p:nvSpPr>
        <p:spPr/>
        <p:txBody>
          <a:bodyPr/>
          <a:lstStyle/>
          <a:p>
            <a:fld id="{CB818ED7-1FAF-4BEC-A906-EB6564C334EB}" type="slidenum">
              <a:rPr lang="zh-CN" altLang="en-US" smtClean="0"/>
              <a:pPr/>
              <a:t>37</a:t>
            </a:fld>
            <a:endParaRPr lang="zh-CN" altLang="en-US" dirty="0"/>
          </a:p>
        </p:txBody>
      </p:sp>
      <p:sp>
        <p:nvSpPr>
          <p:cNvPr id="6" name="文本框 5">
            <a:extLst>
              <a:ext uri="{FF2B5EF4-FFF2-40B4-BE49-F238E27FC236}">
                <a16:creationId xmlns:a16="http://schemas.microsoft.com/office/drawing/2014/main" id="{A02F7395-8D71-0ACA-0D13-412724B53C1A}"/>
              </a:ext>
            </a:extLst>
          </p:cNvPr>
          <p:cNvSpPr txBox="1"/>
          <p:nvPr/>
        </p:nvSpPr>
        <p:spPr>
          <a:xfrm>
            <a:off x="395536" y="1239017"/>
            <a:ext cx="8640960" cy="3600986"/>
          </a:xfrm>
          <a:prstGeom prst="rect">
            <a:avLst/>
          </a:prstGeom>
          <a:noFill/>
        </p:spPr>
        <p:txBody>
          <a:bodyPr wrap="square">
            <a:spAutoFit/>
          </a:bodyPr>
          <a:lstStyle/>
          <a:p>
            <a:pPr>
              <a:buNone/>
            </a:pPr>
            <a:r>
              <a:rPr lang="en" altLang="zh-CN" sz="1200" dirty="0">
                <a:solidFill>
                  <a:srgbClr val="080808"/>
                </a:solidFill>
                <a:effectLst/>
                <a:latin typeface="JetBrains Mono"/>
              </a:rPr>
              <a:t>    </a:t>
            </a:r>
            <a:r>
              <a:rPr lang="en" altLang="zh-CN" sz="1200" dirty="0">
                <a:solidFill>
                  <a:srgbClr val="9E880D"/>
                </a:solidFill>
                <a:effectLst/>
                <a:latin typeface="JetBrains Mono"/>
              </a:rPr>
              <a:t>@Override</a:t>
            </a:r>
            <a:br>
              <a:rPr lang="en" altLang="zh-CN" sz="1200" dirty="0">
                <a:solidFill>
                  <a:srgbClr val="9E880D"/>
                </a:solidFill>
                <a:effectLst/>
                <a:latin typeface="JetBrains Mono"/>
              </a:rPr>
            </a:br>
            <a:r>
              <a:rPr lang="en" altLang="zh-CN" sz="1200" dirty="0">
                <a:solidFill>
                  <a:srgbClr val="9E880D"/>
                </a:solidFill>
                <a:effectLst/>
                <a:latin typeface="JetBrains Mono"/>
              </a:rPr>
              <a:t>    </a:t>
            </a:r>
            <a:r>
              <a:rPr lang="en" altLang="zh-CN" sz="1200" dirty="0">
                <a:solidFill>
                  <a:srgbClr val="0033B3"/>
                </a:solidFill>
                <a:effectLst/>
                <a:latin typeface="JetBrains Mono"/>
              </a:rPr>
              <a:t>public void </a:t>
            </a:r>
            <a:r>
              <a:rPr lang="en" altLang="zh-CN" sz="1200" dirty="0" err="1">
                <a:solidFill>
                  <a:srgbClr val="00627A"/>
                </a:solidFill>
                <a:effectLst/>
                <a:latin typeface="JetBrains Mono"/>
              </a:rPr>
              <a:t>streamHello</a:t>
            </a:r>
            <a:r>
              <a:rPr lang="en" altLang="zh-CN" sz="1200" dirty="0">
                <a:solidFill>
                  <a:srgbClr val="080808"/>
                </a:solidFill>
                <a:effectLst/>
                <a:latin typeface="JetBrains Mono"/>
              </a:rPr>
              <a:t>(</a:t>
            </a:r>
            <a:r>
              <a:rPr lang="en" altLang="zh-CN" sz="1200" dirty="0" err="1">
                <a:solidFill>
                  <a:srgbClr val="000000"/>
                </a:solidFill>
                <a:effectLst/>
                <a:latin typeface="JetBrains Mono"/>
              </a:rPr>
              <a:t>HelloRequest</a:t>
            </a:r>
            <a:r>
              <a:rPr lang="en" altLang="zh-CN" sz="1200" dirty="0">
                <a:solidFill>
                  <a:srgbClr val="000000"/>
                </a:solidFill>
                <a:effectLst/>
                <a:latin typeface="JetBrains Mono"/>
              </a:rPr>
              <a:t> req</a:t>
            </a:r>
            <a:r>
              <a:rPr lang="en" altLang="zh-CN" sz="1200" dirty="0">
                <a:solidFill>
                  <a:srgbClr val="080808"/>
                </a:solidFill>
                <a:effectLst/>
                <a:latin typeface="JetBrains Mono"/>
              </a:rPr>
              <a:t>, </a:t>
            </a:r>
            <a:r>
              <a:rPr lang="en" altLang="zh-CN" sz="1200" dirty="0" err="1">
                <a:solidFill>
                  <a:srgbClr val="000000"/>
                </a:solidFill>
                <a:effectLst/>
                <a:latin typeface="JetBrains Mono"/>
              </a:rPr>
              <a:t>StreamObserver</a:t>
            </a:r>
            <a:r>
              <a:rPr lang="en" altLang="zh-CN" sz="1200" dirty="0">
                <a:solidFill>
                  <a:srgbClr val="080808"/>
                </a:solidFill>
                <a:effectLst/>
                <a:latin typeface="JetBrains Mono"/>
              </a:rPr>
              <a:t>&lt;</a:t>
            </a:r>
            <a:r>
              <a:rPr lang="en" altLang="zh-CN" sz="1200" dirty="0" err="1">
                <a:solidFill>
                  <a:srgbClr val="000000"/>
                </a:solidFill>
                <a:effectLst/>
                <a:latin typeface="JetBrains Mono"/>
              </a:rPr>
              <a:t>HelloReply</a:t>
            </a:r>
            <a:r>
              <a:rPr lang="en" altLang="zh-CN" sz="1200" dirty="0">
                <a:solidFill>
                  <a:srgbClr val="080808"/>
                </a:solidFill>
                <a:effectLst/>
                <a:latin typeface="JetBrains Mono"/>
              </a:rPr>
              <a:t>&gt; </a:t>
            </a:r>
            <a:r>
              <a:rPr lang="en" altLang="zh-CN" sz="1200" dirty="0" err="1">
                <a:solidFill>
                  <a:srgbClr val="000000"/>
                </a:solidFill>
                <a:effectLst/>
                <a:latin typeface="JetBrains Mono"/>
              </a:rPr>
              <a:t>responseObserver</a:t>
            </a:r>
            <a:r>
              <a:rPr lang="en" altLang="zh-CN" sz="1200" dirty="0">
                <a:solidFill>
                  <a:srgbClr val="080808"/>
                </a:solidFill>
                <a:effectLst/>
                <a:latin typeface="JetBrains Mono"/>
              </a:rPr>
              <a:t>) {</a:t>
            </a:r>
            <a:br>
              <a:rPr lang="en" altLang="zh-CN" sz="1200" dirty="0">
                <a:solidFill>
                  <a:srgbClr val="080808"/>
                </a:solidFill>
                <a:effectLst/>
                <a:latin typeface="JetBrains Mono"/>
              </a:rPr>
            </a:br>
            <a:r>
              <a:rPr lang="en" altLang="zh-CN" sz="1200" dirty="0">
                <a:solidFill>
                  <a:srgbClr val="080808"/>
                </a:solidFill>
                <a:effectLst/>
                <a:latin typeface="JetBrains Mono"/>
              </a:rPr>
              <a:t>        </a:t>
            </a:r>
            <a:r>
              <a:rPr lang="en" altLang="zh-CN" sz="1200" i="1" dirty="0" err="1">
                <a:solidFill>
                  <a:srgbClr val="871094"/>
                </a:solidFill>
                <a:effectLst/>
                <a:latin typeface="JetBrains Mono"/>
              </a:rPr>
              <a:t>log</a:t>
            </a:r>
            <a:r>
              <a:rPr lang="en" altLang="zh-CN" sz="1200" dirty="0" err="1">
                <a:solidFill>
                  <a:srgbClr val="080808"/>
                </a:solidFill>
                <a:effectLst/>
                <a:latin typeface="JetBrains Mono"/>
              </a:rPr>
              <a:t>.info</a:t>
            </a:r>
            <a:r>
              <a:rPr lang="en" altLang="zh-CN" sz="1200" dirty="0">
                <a:solidFill>
                  <a:srgbClr val="080808"/>
                </a:solidFill>
                <a:effectLst/>
                <a:latin typeface="JetBrains Mono"/>
              </a:rPr>
              <a:t>(</a:t>
            </a:r>
            <a:r>
              <a:rPr lang="en" altLang="zh-CN" sz="1200" dirty="0">
                <a:solidFill>
                  <a:srgbClr val="067D17"/>
                </a:solidFill>
                <a:effectLst/>
                <a:latin typeface="JetBrains Mono"/>
              </a:rPr>
              <a:t>"Hello " </a:t>
            </a:r>
            <a:r>
              <a:rPr lang="en" altLang="zh-CN" sz="1200" dirty="0">
                <a:solidFill>
                  <a:srgbClr val="080808"/>
                </a:solidFill>
                <a:effectLst/>
                <a:latin typeface="JetBrains Mono"/>
              </a:rPr>
              <a:t>+ </a:t>
            </a:r>
            <a:r>
              <a:rPr lang="en" altLang="zh-CN" sz="1200" dirty="0" err="1">
                <a:solidFill>
                  <a:srgbClr val="000000"/>
                </a:solidFill>
                <a:effectLst/>
                <a:latin typeface="JetBrains Mono"/>
              </a:rPr>
              <a:t>req</a:t>
            </a:r>
            <a:r>
              <a:rPr lang="en" altLang="zh-CN" sz="1200" dirty="0" err="1">
                <a:solidFill>
                  <a:srgbClr val="080808"/>
                </a:solidFill>
                <a:effectLst/>
                <a:latin typeface="JetBrains Mono"/>
              </a:rPr>
              <a:t>.getName</a:t>
            </a:r>
            <a:r>
              <a:rPr lang="en" altLang="zh-CN" sz="1200" dirty="0">
                <a:solidFill>
                  <a:srgbClr val="080808"/>
                </a:solidFill>
                <a:effectLst/>
                <a:latin typeface="JetBrains Mono"/>
              </a:rPr>
              <a:t>());</a:t>
            </a:r>
            <a:br>
              <a:rPr lang="en" altLang="zh-CN" sz="1200" dirty="0">
                <a:solidFill>
                  <a:srgbClr val="080808"/>
                </a:solidFill>
                <a:effectLst/>
                <a:latin typeface="JetBrains Mono"/>
              </a:rPr>
            </a:br>
            <a:r>
              <a:rPr lang="en" altLang="zh-CN" sz="1200" dirty="0">
                <a:solidFill>
                  <a:srgbClr val="080808"/>
                </a:solidFill>
                <a:effectLst/>
                <a:latin typeface="JetBrains Mono"/>
              </a:rPr>
              <a:t>        </a:t>
            </a:r>
            <a:r>
              <a:rPr lang="en" altLang="zh-CN" sz="1200" dirty="0">
                <a:solidFill>
                  <a:srgbClr val="0033B3"/>
                </a:solidFill>
                <a:effectLst/>
                <a:latin typeface="JetBrains Mono"/>
              </a:rPr>
              <a:t>int </a:t>
            </a:r>
            <a:r>
              <a:rPr lang="en" altLang="zh-CN" sz="1200" dirty="0">
                <a:solidFill>
                  <a:srgbClr val="000000"/>
                </a:solidFill>
                <a:effectLst/>
                <a:latin typeface="JetBrains Mono"/>
              </a:rPr>
              <a:t>count </a:t>
            </a:r>
            <a:r>
              <a:rPr lang="en" altLang="zh-CN" sz="1200" dirty="0">
                <a:solidFill>
                  <a:srgbClr val="080808"/>
                </a:solidFill>
                <a:effectLst/>
                <a:latin typeface="JetBrains Mono"/>
              </a:rPr>
              <a:t>= </a:t>
            </a:r>
            <a:r>
              <a:rPr lang="en" altLang="zh-CN" sz="1200" dirty="0">
                <a:solidFill>
                  <a:srgbClr val="1750EB"/>
                </a:solidFill>
                <a:effectLst/>
                <a:latin typeface="JetBrains Mono"/>
              </a:rPr>
              <a:t>0</a:t>
            </a:r>
            <a:r>
              <a:rPr lang="en" altLang="zh-CN" sz="1200" dirty="0">
                <a:solidFill>
                  <a:srgbClr val="080808"/>
                </a:solidFill>
                <a:effectLst/>
                <a:latin typeface="JetBrains Mono"/>
              </a:rPr>
              <a:t>;</a:t>
            </a:r>
            <a:br>
              <a:rPr lang="en" altLang="zh-CN" sz="1200" dirty="0">
                <a:solidFill>
                  <a:srgbClr val="080808"/>
                </a:solidFill>
                <a:effectLst/>
                <a:latin typeface="JetBrains Mono"/>
              </a:rPr>
            </a:br>
            <a:r>
              <a:rPr lang="en" altLang="zh-CN" sz="1200" dirty="0">
                <a:solidFill>
                  <a:srgbClr val="080808"/>
                </a:solidFill>
                <a:effectLst/>
                <a:latin typeface="JetBrains Mono"/>
              </a:rPr>
              <a:t>        </a:t>
            </a:r>
            <a:r>
              <a:rPr lang="en" altLang="zh-CN" sz="1200" dirty="0">
                <a:solidFill>
                  <a:srgbClr val="0033B3"/>
                </a:solidFill>
                <a:effectLst/>
                <a:latin typeface="JetBrains Mono"/>
              </a:rPr>
              <a:t>while </a:t>
            </a:r>
            <a:r>
              <a:rPr lang="en" altLang="zh-CN" sz="1200" dirty="0">
                <a:solidFill>
                  <a:srgbClr val="080808"/>
                </a:solidFill>
                <a:effectLst/>
                <a:latin typeface="JetBrains Mono"/>
              </a:rPr>
              <a:t>(</a:t>
            </a:r>
            <a:r>
              <a:rPr lang="en" altLang="zh-CN" sz="1200" dirty="0">
                <a:solidFill>
                  <a:srgbClr val="000000"/>
                </a:solidFill>
                <a:effectLst/>
                <a:latin typeface="JetBrains Mono"/>
              </a:rPr>
              <a:t>count </a:t>
            </a:r>
            <a:r>
              <a:rPr lang="en" altLang="zh-CN" sz="1200" dirty="0">
                <a:solidFill>
                  <a:srgbClr val="080808"/>
                </a:solidFill>
                <a:effectLst/>
                <a:latin typeface="JetBrains Mono"/>
              </a:rPr>
              <a:t>&lt; </a:t>
            </a:r>
            <a:r>
              <a:rPr lang="en" altLang="zh-CN" sz="1200" dirty="0">
                <a:solidFill>
                  <a:srgbClr val="1750EB"/>
                </a:solidFill>
                <a:effectLst/>
                <a:latin typeface="JetBrains Mono"/>
              </a:rPr>
              <a:t>10</a:t>
            </a:r>
            <a:r>
              <a:rPr lang="en" altLang="zh-CN" sz="1200" dirty="0">
                <a:solidFill>
                  <a:srgbClr val="080808"/>
                </a:solidFill>
                <a:effectLst/>
                <a:latin typeface="JetBrains Mono"/>
              </a:rPr>
              <a:t>) {</a:t>
            </a:r>
            <a:br>
              <a:rPr lang="en" altLang="zh-CN" sz="1200" dirty="0">
                <a:solidFill>
                  <a:srgbClr val="080808"/>
                </a:solidFill>
                <a:effectLst/>
                <a:latin typeface="JetBrains Mono"/>
              </a:rPr>
            </a:br>
            <a:r>
              <a:rPr lang="en" altLang="zh-CN" sz="1200" dirty="0">
                <a:solidFill>
                  <a:srgbClr val="080808"/>
                </a:solidFill>
                <a:effectLst/>
                <a:latin typeface="JetBrains Mono"/>
              </a:rPr>
              <a:t>            </a:t>
            </a:r>
            <a:r>
              <a:rPr lang="en" altLang="zh-CN" sz="1200" dirty="0" err="1">
                <a:solidFill>
                  <a:srgbClr val="000000"/>
                </a:solidFill>
                <a:effectLst/>
                <a:latin typeface="JetBrains Mono"/>
              </a:rPr>
              <a:t>HelloReply</a:t>
            </a:r>
            <a:r>
              <a:rPr lang="en" altLang="zh-CN" sz="1200" dirty="0">
                <a:solidFill>
                  <a:srgbClr val="000000"/>
                </a:solidFill>
                <a:effectLst/>
                <a:latin typeface="JetBrains Mono"/>
              </a:rPr>
              <a:t> reply </a:t>
            </a:r>
            <a:r>
              <a:rPr lang="en" altLang="zh-CN" sz="1200" dirty="0">
                <a:solidFill>
                  <a:srgbClr val="080808"/>
                </a:solidFill>
                <a:effectLst/>
                <a:latin typeface="JetBrains Mono"/>
              </a:rPr>
              <a:t>= </a:t>
            </a:r>
            <a:r>
              <a:rPr lang="en" altLang="zh-CN" sz="1200" dirty="0" err="1">
                <a:solidFill>
                  <a:srgbClr val="000000"/>
                </a:solidFill>
                <a:effectLst/>
                <a:latin typeface="JetBrains Mono"/>
              </a:rPr>
              <a:t>HelloReply</a:t>
            </a:r>
            <a:r>
              <a:rPr lang="en" altLang="zh-CN" sz="1200" dirty="0" err="1">
                <a:solidFill>
                  <a:srgbClr val="080808"/>
                </a:solidFill>
                <a:effectLst/>
                <a:latin typeface="JetBrains Mono"/>
              </a:rPr>
              <a:t>.</a:t>
            </a:r>
            <a:r>
              <a:rPr lang="en" altLang="zh-CN" sz="1200" i="1" dirty="0" err="1">
                <a:solidFill>
                  <a:srgbClr val="080808"/>
                </a:solidFill>
                <a:effectLst/>
                <a:latin typeface="JetBrains Mono"/>
              </a:rPr>
              <a:t>newBuilder</a:t>
            </a:r>
            <a:r>
              <a:rPr lang="en" altLang="zh-CN" sz="1200" dirty="0">
                <a:solidFill>
                  <a:srgbClr val="080808"/>
                </a:solidFill>
                <a:effectLst/>
                <a:latin typeface="JetBrains Mono"/>
              </a:rPr>
              <a:t>().</a:t>
            </a:r>
            <a:r>
              <a:rPr lang="en" altLang="zh-CN" sz="1200" dirty="0" err="1">
                <a:solidFill>
                  <a:srgbClr val="080808"/>
                </a:solidFill>
                <a:effectLst/>
                <a:latin typeface="JetBrains Mono"/>
              </a:rPr>
              <a:t>setMessage</a:t>
            </a:r>
            <a:r>
              <a:rPr lang="en" altLang="zh-CN" sz="1200" dirty="0">
                <a:solidFill>
                  <a:srgbClr val="080808"/>
                </a:solidFill>
                <a:effectLst/>
                <a:latin typeface="JetBrains Mono"/>
              </a:rPr>
              <a:t>(</a:t>
            </a:r>
            <a:r>
              <a:rPr lang="en" altLang="zh-CN" sz="1200" dirty="0">
                <a:solidFill>
                  <a:srgbClr val="067D17"/>
                </a:solidFill>
                <a:effectLst/>
                <a:latin typeface="JetBrains Mono"/>
              </a:rPr>
              <a:t>"Hello(" </a:t>
            </a:r>
            <a:r>
              <a:rPr lang="en" altLang="zh-CN" sz="1200" dirty="0">
                <a:solidFill>
                  <a:srgbClr val="080808"/>
                </a:solidFill>
                <a:effectLst/>
                <a:latin typeface="JetBrains Mono"/>
              </a:rPr>
              <a:t>+ </a:t>
            </a:r>
            <a:r>
              <a:rPr lang="en" altLang="zh-CN" sz="1200" dirty="0">
                <a:solidFill>
                  <a:srgbClr val="000000"/>
                </a:solidFill>
                <a:effectLst/>
                <a:latin typeface="JetBrains Mono"/>
              </a:rPr>
              <a:t>count </a:t>
            </a:r>
            <a:r>
              <a:rPr lang="en" altLang="zh-CN" sz="1200" dirty="0">
                <a:solidFill>
                  <a:srgbClr val="080808"/>
                </a:solidFill>
                <a:effectLst/>
                <a:latin typeface="JetBrains Mono"/>
              </a:rPr>
              <a:t>+ </a:t>
            </a:r>
            <a:r>
              <a:rPr lang="en" altLang="zh-CN" sz="1200" dirty="0">
                <a:solidFill>
                  <a:srgbClr val="067D17"/>
                </a:solidFill>
                <a:effectLst/>
                <a:latin typeface="JetBrains Mono"/>
              </a:rPr>
              <a:t>") ==&gt; " </a:t>
            </a:r>
            <a:r>
              <a:rPr lang="en" altLang="zh-CN" sz="1200" dirty="0">
                <a:solidFill>
                  <a:srgbClr val="080808"/>
                </a:solidFill>
                <a:effectLst/>
                <a:latin typeface="JetBrains Mono"/>
              </a:rPr>
              <a:t>+ </a:t>
            </a:r>
            <a:r>
              <a:rPr lang="en" altLang="zh-CN" sz="1200" dirty="0" err="1">
                <a:solidFill>
                  <a:srgbClr val="000000"/>
                </a:solidFill>
                <a:effectLst/>
                <a:latin typeface="JetBrains Mono"/>
              </a:rPr>
              <a:t>req</a:t>
            </a:r>
            <a:r>
              <a:rPr lang="en" altLang="zh-CN" sz="1200" dirty="0" err="1">
                <a:solidFill>
                  <a:srgbClr val="080808"/>
                </a:solidFill>
                <a:effectLst/>
                <a:latin typeface="JetBrains Mono"/>
              </a:rPr>
              <a:t>.getName</a:t>
            </a:r>
            <a:r>
              <a:rPr lang="en" altLang="zh-CN" sz="1200" dirty="0">
                <a:solidFill>
                  <a:srgbClr val="080808"/>
                </a:solidFill>
                <a:effectLst/>
                <a:latin typeface="JetBrains Mono"/>
              </a:rPr>
              <a:t>()).build();</a:t>
            </a:r>
            <a:br>
              <a:rPr lang="en" altLang="zh-CN" sz="1200" dirty="0">
                <a:solidFill>
                  <a:srgbClr val="080808"/>
                </a:solidFill>
                <a:effectLst/>
                <a:latin typeface="JetBrains Mono"/>
              </a:rPr>
            </a:br>
            <a:r>
              <a:rPr lang="en" altLang="zh-CN" sz="1200" dirty="0">
                <a:solidFill>
                  <a:srgbClr val="080808"/>
                </a:solidFill>
                <a:effectLst/>
                <a:latin typeface="JetBrains Mono"/>
              </a:rPr>
              <a:t>            </a:t>
            </a:r>
            <a:r>
              <a:rPr lang="en" altLang="zh-CN" sz="1200" dirty="0" err="1">
                <a:solidFill>
                  <a:srgbClr val="000000"/>
                </a:solidFill>
                <a:effectLst/>
                <a:latin typeface="JetBrains Mono"/>
              </a:rPr>
              <a:t>responseObserver</a:t>
            </a:r>
            <a:r>
              <a:rPr lang="en" altLang="zh-CN" sz="1200" dirty="0" err="1">
                <a:solidFill>
                  <a:srgbClr val="080808"/>
                </a:solidFill>
                <a:effectLst/>
                <a:latin typeface="JetBrains Mono"/>
              </a:rPr>
              <a:t>.onNext</a:t>
            </a:r>
            <a:r>
              <a:rPr lang="en" altLang="zh-CN" sz="1200" dirty="0">
                <a:solidFill>
                  <a:srgbClr val="080808"/>
                </a:solidFill>
                <a:effectLst/>
                <a:latin typeface="JetBrains Mono"/>
              </a:rPr>
              <a:t>(</a:t>
            </a:r>
            <a:r>
              <a:rPr lang="en" altLang="zh-CN" sz="1200" dirty="0">
                <a:solidFill>
                  <a:srgbClr val="000000"/>
                </a:solidFill>
                <a:effectLst/>
                <a:latin typeface="JetBrains Mono"/>
              </a:rPr>
              <a:t>reply</a:t>
            </a:r>
            <a:r>
              <a:rPr lang="en" altLang="zh-CN" sz="1200" dirty="0">
                <a:solidFill>
                  <a:srgbClr val="080808"/>
                </a:solidFill>
                <a:effectLst/>
                <a:latin typeface="JetBrains Mono"/>
              </a:rPr>
              <a:t>);</a:t>
            </a:r>
            <a:br>
              <a:rPr lang="en" altLang="zh-CN" sz="1200" dirty="0">
                <a:solidFill>
                  <a:srgbClr val="080808"/>
                </a:solidFill>
                <a:effectLst/>
                <a:latin typeface="JetBrains Mono"/>
              </a:rPr>
            </a:br>
            <a:r>
              <a:rPr lang="en" altLang="zh-CN" sz="1200" dirty="0">
                <a:solidFill>
                  <a:srgbClr val="080808"/>
                </a:solidFill>
                <a:effectLst/>
                <a:latin typeface="JetBrains Mono"/>
              </a:rPr>
              <a:t>            </a:t>
            </a:r>
            <a:r>
              <a:rPr lang="en" altLang="zh-CN" sz="1200" dirty="0">
                <a:solidFill>
                  <a:srgbClr val="000000"/>
                </a:solidFill>
                <a:effectLst/>
                <a:latin typeface="JetBrains Mono"/>
              </a:rPr>
              <a:t>count</a:t>
            </a:r>
            <a:r>
              <a:rPr lang="en" altLang="zh-CN" sz="1200" dirty="0">
                <a:solidFill>
                  <a:srgbClr val="080808"/>
                </a:solidFill>
                <a:effectLst/>
                <a:latin typeface="JetBrains Mono"/>
              </a:rPr>
              <a:t>++;</a:t>
            </a:r>
            <a:br>
              <a:rPr lang="en" altLang="zh-CN" sz="1200" dirty="0">
                <a:solidFill>
                  <a:srgbClr val="080808"/>
                </a:solidFill>
                <a:effectLst/>
                <a:latin typeface="JetBrains Mono"/>
              </a:rPr>
            </a:br>
            <a:r>
              <a:rPr lang="en" altLang="zh-CN" sz="1200" dirty="0">
                <a:solidFill>
                  <a:srgbClr val="080808"/>
                </a:solidFill>
                <a:effectLst/>
                <a:latin typeface="JetBrains Mono"/>
              </a:rPr>
              <a:t>            </a:t>
            </a:r>
            <a:r>
              <a:rPr lang="en" altLang="zh-CN" sz="1200" dirty="0">
                <a:solidFill>
                  <a:srgbClr val="0033B3"/>
                </a:solidFill>
                <a:effectLst/>
                <a:latin typeface="JetBrains Mono"/>
              </a:rPr>
              <a:t>try </a:t>
            </a:r>
            <a:r>
              <a:rPr lang="en" altLang="zh-CN" sz="1200" dirty="0">
                <a:solidFill>
                  <a:srgbClr val="080808"/>
                </a:solidFill>
                <a:effectLst/>
                <a:latin typeface="JetBrains Mono"/>
              </a:rPr>
              <a:t>{</a:t>
            </a:r>
            <a:br>
              <a:rPr lang="en" altLang="zh-CN" sz="1200" dirty="0">
                <a:solidFill>
                  <a:srgbClr val="080808"/>
                </a:solidFill>
                <a:effectLst/>
                <a:latin typeface="JetBrains Mono"/>
              </a:rPr>
            </a:br>
            <a:r>
              <a:rPr lang="en" altLang="zh-CN" sz="1200" dirty="0">
                <a:solidFill>
                  <a:srgbClr val="080808"/>
                </a:solidFill>
                <a:effectLst/>
                <a:latin typeface="JetBrains Mono"/>
              </a:rPr>
              <a:t>                </a:t>
            </a:r>
            <a:r>
              <a:rPr lang="en" altLang="zh-CN" sz="1200" dirty="0" err="1">
                <a:solidFill>
                  <a:srgbClr val="000000"/>
                </a:solidFill>
                <a:effectLst/>
                <a:latin typeface="JetBrains Mono"/>
              </a:rPr>
              <a:t>Thread</a:t>
            </a:r>
            <a:r>
              <a:rPr lang="en" altLang="zh-CN" sz="1200" dirty="0" err="1">
                <a:solidFill>
                  <a:srgbClr val="080808"/>
                </a:solidFill>
                <a:effectLst/>
                <a:latin typeface="JetBrains Mono"/>
              </a:rPr>
              <a:t>.</a:t>
            </a:r>
            <a:r>
              <a:rPr lang="en" altLang="zh-CN" sz="1200" i="1" dirty="0" err="1">
                <a:solidFill>
                  <a:srgbClr val="080808"/>
                </a:solidFill>
                <a:effectLst/>
                <a:latin typeface="JetBrains Mono"/>
              </a:rPr>
              <a:t>sleep</a:t>
            </a:r>
            <a:r>
              <a:rPr lang="en" altLang="zh-CN" sz="1200" dirty="0">
                <a:solidFill>
                  <a:srgbClr val="080808"/>
                </a:solidFill>
                <a:effectLst/>
                <a:latin typeface="JetBrains Mono"/>
              </a:rPr>
              <a:t>(</a:t>
            </a:r>
            <a:r>
              <a:rPr lang="en" altLang="zh-CN" sz="1200" dirty="0">
                <a:solidFill>
                  <a:srgbClr val="1750EB"/>
                </a:solidFill>
                <a:effectLst/>
                <a:latin typeface="JetBrains Mono"/>
              </a:rPr>
              <a:t>1000L</a:t>
            </a:r>
            <a:r>
              <a:rPr lang="en" altLang="zh-CN" sz="1200" dirty="0">
                <a:solidFill>
                  <a:srgbClr val="080808"/>
                </a:solidFill>
                <a:effectLst/>
                <a:latin typeface="JetBrains Mono"/>
              </a:rPr>
              <a:t>);</a:t>
            </a:r>
            <a:br>
              <a:rPr lang="en" altLang="zh-CN" sz="1200" dirty="0">
                <a:solidFill>
                  <a:srgbClr val="080808"/>
                </a:solidFill>
                <a:effectLst/>
                <a:latin typeface="JetBrains Mono"/>
              </a:rPr>
            </a:br>
            <a:r>
              <a:rPr lang="en" altLang="zh-CN" sz="1200" dirty="0">
                <a:solidFill>
                  <a:srgbClr val="080808"/>
                </a:solidFill>
                <a:effectLst/>
                <a:latin typeface="JetBrains Mono"/>
              </a:rPr>
              <a:t>            } </a:t>
            </a:r>
            <a:r>
              <a:rPr lang="en" altLang="zh-CN" sz="1200" dirty="0">
                <a:solidFill>
                  <a:srgbClr val="0033B3"/>
                </a:solidFill>
                <a:effectLst/>
                <a:latin typeface="JetBrains Mono"/>
              </a:rPr>
              <a:t>catch </a:t>
            </a:r>
            <a:r>
              <a:rPr lang="en" altLang="zh-CN" sz="1200" dirty="0">
                <a:solidFill>
                  <a:srgbClr val="080808"/>
                </a:solidFill>
                <a:effectLst/>
                <a:latin typeface="JetBrains Mono"/>
              </a:rPr>
              <a:t>(</a:t>
            </a:r>
            <a:r>
              <a:rPr lang="en" altLang="zh-CN" sz="1200" dirty="0" err="1">
                <a:solidFill>
                  <a:srgbClr val="000000"/>
                </a:solidFill>
                <a:effectLst/>
                <a:latin typeface="JetBrains Mono"/>
              </a:rPr>
              <a:t>InterruptedException</a:t>
            </a:r>
            <a:r>
              <a:rPr lang="en" altLang="zh-CN" sz="1200" dirty="0">
                <a:solidFill>
                  <a:srgbClr val="000000"/>
                </a:solidFill>
                <a:effectLst/>
                <a:latin typeface="JetBrains Mono"/>
              </a:rPr>
              <a:t> e</a:t>
            </a:r>
            <a:r>
              <a:rPr lang="en" altLang="zh-CN" sz="1200" dirty="0">
                <a:solidFill>
                  <a:srgbClr val="080808"/>
                </a:solidFill>
                <a:effectLst/>
                <a:latin typeface="JetBrains Mono"/>
              </a:rPr>
              <a:t>) {</a:t>
            </a:r>
            <a:br>
              <a:rPr lang="en" altLang="zh-CN" sz="1200" dirty="0">
                <a:solidFill>
                  <a:srgbClr val="080808"/>
                </a:solidFill>
                <a:effectLst/>
                <a:latin typeface="JetBrains Mono"/>
              </a:rPr>
            </a:br>
            <a:r>
              <a:rPr lang="en" altLang="zh-CN" sz="1200" dirty="0">
                <a:solidFill>
                  <a:srgbClr val="080808"/>
                </a:solidFill>
                <a:effectLst/>
                <a:latin typeface="JetBrains Mono"/>
              </a:rPr>
              <a:t>                </a:t>
            </a:r>
            <a:r>
              <a:rPr lang="en" altLang="zh-CN" sz="1200" dirty="0" err="1">
                <a:solidFill>
                  <a:srgbClr val="000000"/>
                </a:solidFill>
                <a:effectLst/>
                <a:latin typeface="JetBrains Mono"/>
              </a:rPr>
              <a:t>Thread</a:t>
            </a:r>
            <a:r>
              <a:rPr lang="en" altLang="zh-CN" sz="1200" dirty="0" err="1">
                <a:solidFill>
                  <a:srgbClr val="080808"/>
                </a:solidFill>
                <a:effectLst/>
                <a:latin typeface="JetBrains Mono"/>
              </a:rPr>
              <a:t>.</a:t>
            </a:r>
            <a:r>
              <a:rPr lang="en" altLang="zh-CN" sz="1200" i="1" dirty="0" err="1">
                <a:solidFill>
                  <a:srgbClr val="080808"/>
                </a:solidFill>
                <a:effectLst/>
                <a:latin typeface="JetBrains Mono"/>
              </a:rPr>
              <a:t>currentThread</a:t>
            </a:r>
            <a:r>
              <a:rPr lang="en" altLang="zh-CN" sz="1200" dirty="0">
                <a:solidFill>
                  <a:srgbClr val="080808"/>
                </a:solidFill>
                <a:effectLst/>
                <a:latin typeface="JetBrains Mono"/>
              </a:rPr>
              <a:t>().interrupt();</a:t>
            </a:r>
            <a:br>
              <a:rPr lang="en" altLang="zh-CN" sz="1200" dirty="0">
                <a:solidFill>
                  <a:srgbClr val="080808"/>
                </a:solidFill>
                <a:effectLst/>
                <a:latin typeface="JetBrains Mono"/>
              </a:rPr>
            </a:br>
            <a:r>
              <a:rPr lang="en" altLang="zh-CN" sz="1200" dirty="0">
                <a:solidFill>
                  <a:srgbClr val="080808"/>
                </a:solidFill>
                <a:effectLst/>
                <a:latin typeface="JetBrains Mono"/>
              </a:rPr>
              <a:t>                </a:t>
            </a:r>
            <a:r>
              <a:rPr lang="en" altLang="zh-CN" sz="1200" dirty="0" err="1">
                <a:solidFill>
                  <a:srgbClr val="000000"/>
                </a:solidFill>
                <a:effectLst/>
                <a:latin typeface="JetBrains Mono"/>
              </a:rPr>
              <a:t>responseObserver</a:t>
            </a:r>
            <a:r>
              <a:rPr lang="en" altLang="zh-CN" sz="1200" dirty="0" err="1">
                <a:solidFill>
                  <a:srgbClr val="080808"/>
                </a:solidFill>
                <a:effectLst/>
                <a:latin typeface="JetBrains Mono"/>
              </a:rPr>
              <a:t>.onError</a:t>
            </a:r>
            <a:r>
              <a:rPr lang="en" altLang="zh-CN" sz="1200" dirty="0">
                <a:solidFill>
                  <a:srgbClr val="080808"/>
                </a:solidFill>
                <a:effectLst/>
                <a:latin typeface="JetBrains Mono"/>
              </a:rPr>
              <a:t>(</a:t>
            </a:r>
            <a:r>
              <a:rPr lang="en" altLang="zh-CN" sz="1200" dirty="0">
                <a:solidFill>
                  <a:srgbClr val="000000"/>
                </a:solidFill>
                <a:effectLst/>
                <a:latin typeface="JetBrains Mono"/>
              </a:rPr>
              <a:t>e</a:t>
            </a:r>
            <a:r>
              <a:rPr lang="en" altLang="zh-CN" sz="1200" dirty="0">
                <a:solidFill>
                  <a:srgbClr val="080808"/>
                </a:solidFill>
                <a:effectLst/>
                <a:latin typeface="JetBrains Mono"/>
              </a:rPr>
              <a:t>);</a:t>
            </a:r>
            <a:br>
              <a:rPr lang="en" altLang="zh-CN" sz="1200" dirty="0">
                <a:solidFill>
                  <a:srgbClr val="080808"/>
                </a:solidFill>
                <a:effectLst/>
                <a:latin typeface="JetBrains Mono"/>
              </a:rPr>
            </a:br>
            <a:r>
              <a:rPr lang="en" altLang="zh-CN" sz="1200" dirty="0">
                <a:solidFill>
                  <a:srgbClr val="080808"/>
                </a:solidFill>
                <a:effectLst/>
                <a:latin typeface="JetBrains Mono"/>
              </a:rPr>
              <a:t>                </a:t>
            </a:r>
            <a:r>
              <a:rPr lang="en" altLang="zh-CN" sz="1200" dirty="0">
                <a:solidFill>
                  <a:srgbClr val="0033B3"/>
                </a:solidFill>
                <a:effectLst/>
                <a:latin typeface="JetBrains Mono"/>
              </a:rPr>
              <a:t>return</a:t>
            </a:r>
            <a:r>
              <a:rPr lang="en" altLang="zh-CN" sz="1200" dirty="0">
                <a:solidFill>
                  <a:srgbClr val="080808"/>
                </a:solidFill>
                <a:effectLst/>
                <a:latin typeface="JetBrains Mono"/>
              </a:rPr>
              <a:t>;</a:t>
            </a:r>
            <a:br>
              <a:rPr lang="en" altLang="zh-CN" sz="1200" dirty="0">
                <a:solidFill>
                  <a:srgbClr val="080808"/>
                </a:solidFill>
                <a:effectLst/>
                <a:latin typeface="JetBrains Mono"/>
              </a:rPr>
            </a:br>
            <a:r>
              <a:rPr lang="en" altLang="zh-CN" sz="1200" dirty="0">
                <a:solidFill>
                  <a:srgbClr val="080808"/>
                </a:solidFill>
                <a:effectLst/>
                <a:latin typeface="JetBrains Mono"/>
              </a:rPr>
              <a:t>            }</a:t>
            </a:r>
            <a:br>
              <a:rPr lang="en" altLang="zh-CN" sz="1200" dirty="0">
                <a:solidFill>
                  <a:srgbClr val="080808"/>
                </a:solidFill>
                <a:effectLst/>
                <a:latin typeface="JetBrains Mono"/>
              </a:rPr>
            </a:br>
            <a:r>
              <a:rPr lang="en" altLang="zh-CN" sz="1200" dirty="0">
                <a:solidFill>
                  <a:srgbClr val="080808"/>
                </a:solidFill>
                <a:effectLst/>
                <a:latin typeface="JetBrains Mono"/>
              </a:rPr>
              <a:t>        }</a:t>
            </a:r>
            <a:br>
              <a:rPr lang="en" altLang="zh-CN" sz="1200" dirty="0">
                <a:solidFill>
                  <a:srgbClr val="080808"/>
                </a:solidFill>
                <a:effectLst/>
                <a:latin typeface="JetBrains Mono"/>
              </a:rPr>
            </a:br>
            <a:r>
              <a:rPr lang="en" altLang="zh-CN" sz="1200" dirty="0">
                <a:solidFill>
                  <a:srgbClr val="080808"/>
                </a:solidFill>
                <a:effectLst/>
                <a:latin typeface="JetBrains Mono"/>
              </a:rPr>
              <a:t>        </a:t>
            </a:r>
            <a:r>
              <a:rPr lang="en" altLang="zh-CN" sz="1200" dirty="0" err="1">
                <a:solidFill>
                  <a:srgbClr val="000000"/>
                </a:solidFill>
                <a:effectLst/>
                <a:latin typeface="JetBrains Mono"/>
              </a:rPr>
              <a:t>responseObserver</a:t>
            </a:r>
            <a:r>
              <a:rPr lang="en" altLang="zh-CN" sz="1200" dirty="0" err="1">
                <a:solidFill>
                  <a:srgbClr val="080808"/>
                </a:solidFill>
                <a:effectLst/>
                <a:latin typeface="JetBrains Mono"/>
              </a:rPr>
              <a:t>.onCompleted</a:t>
            </a:r>
            <a:r>
              <a:rPr lang="en" altLang="zh-CN" sz="1200" dirty="0">
                <a:solidFill>
                  <a:srgbClr val="080808"/>
                </a:solidFill>
                <a:effectLst/>
                <a:latin typeface="JetBrains Mono"/>
              </a:rPr>
              <a:t>();</a:t>
            </a:r>
            <a:br>
              <a:rPr lang="en" altLang="zh-CN" sz="1200" dirty="0">
                <a:solidFill>
                  <a:srgbClr val="080808"/>
                </a:solidFill>
                <a:effectLst/>
                <a:latin typeface="JetBrains Mono"/>
              </a:rPr>
            </a:br>
            <a:r>
              <a:rPr lang="en" altLang="zh-CN" sz="1200" dirty="0">
                <a:solidFill>
                  <a:srgbClr val="080808"/>
                </a:solidFill>
                <a:effectLst/>
                <a:latin typeface="JetBrains Mono"/>
              </a:rPr>
              <a:t>    }</a:t>
            </a:r>
            <a:br>
              <a:rPr lang="en" altLang="zh-CN" sz="1200" dirty="0">
                <a:solidFill>
                  <a:srgbClr val="080808"/>
                </a:solidFill>
                <a:effectLst/>
                <a:latin typeface="JetBrains Mono"/>
              </a:rPr>
            </a:br>
            <a:r>
              <a:rPr lang="en" altLang="zh-CN" sz="1200" dirty="0">
                <a:solidFill>
                  <a:srgbClr val="080808"/>
                </a:solidFill>
                <a:effectLst/>
                <a:latin typeface="JetBrains Mono"/>
              </a:rPr>
              <a:t>}</a:t>
            </a:r>
          </a:p>
        </p:txBody>
      </p:sp>
    </p:spTree>
    <p:extLst>
      <p:ext uri="{BB962C8B-B14F-4D97-AF65-F5344CB8AC3E}">
        <p14:creationId xmlns:p14="http://schemas.microsoft.com/office/powerpoint/2010/main" val="15260125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395F5-35F1-2F41-CE71-AE7FA72B789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5D74C30-7713-4829-AEA5-7DFDFDA15755}"/>
              </a:ext>
            </a:extLst>
          </p:cNvPr>
          <p:cNvSpPr>
            <a:spLocks noGrp="1"/>
          </p:cNvSpPr>
          <p:nvPr>
            <p:ph type="title"/>
          </p:nvPr>
        </p:nvSpPr>
        <p:spPr/>
        <p:txBody>
          <a:bodyPr/>
          <a:lstStyle/>
          <a:p>
            <a:r>
              <a:rPr lang="en" altLang="zh-CN" dirty="0">
                <a:effectLst/>
              </a:rPr>
              <a:t>Hello</a:t>
            </a:r>
            <a:r>
              <a:rPr lang="zh-CN" altLang="en-US" dirty="0">
                <a:effectLst/>
              </a:rPr>
              <a:t> </a:t>
            </a:r>
            <a:r>
              <a:rPr lang="en-US" altLang="zh-CN" dirty="0">
                <a:effectLst/>
              </a:rPr>
              <a:t>World</a:t>
            </a:r>
            <a:endParaRPr kumimoji="1" lang="zh-CN" altLang="en-US" dirty="0"/>
          </a:p>
        </p:txBody>
      </p:sp>
      <p:sp>
        <p:nvSpPr>
          <p:cNvPr id="3" name="内容占位符 2">
            <a:extLst>
              <a:ext uri="{FF2B5EF4-FFF2-40B4-BE49-F238E27FC236}">
                <a16:creationId xmlns:a16="http://schemas.microsoft.com/office/drawing/2014/main" id="{96979EA2-4FC9-7510-6DD6-ACCF15166861}"/>
              </a:ext>
            </a:extLst>
          </p:cNvPr>
          <p:cNvSpPr>
            <a:spLocks noGrp="1"/>
          </p:cNvSpPr>
          <p:nvPr>
            <p:ph idx="1"/>
          </p:nvPr>
        </p:nvSpPr>
        <p:spPr/>
        <p:txBody>
          <a:bodyPr/>
          <a:lstStyle/>
          <a:p>
            <a:r>
              <a:rPr lang="en" altLang="zh-CN" dirty="0"/>
              <a:t>Spring</a:t>
            </a:r>
            <a:r>
              <a:rPr lang="zh-CN" altLang="en-US" dirty="0"/>
              <a:t> </a:t>
            </a:r>
            <a:r>
              <a:rPr lang="en-US" altLang="zh-CN" dirty="0"/>
              <a:t>Boot</a:t>
            </a:r>
            <a:r>
              <a:rPr lang="zh-CN" altLang="en-US" dirty="0"/>
              <a:t> </a:t>
            </a:r>
            <a:r>
              <a:rPr lang="en-US" altLang="zh-CN" dirty="0" err="1"/>
              <a:t>gRPC</a:t>
            </a:r>
            <a:r>
              <a:rPr lang="zh-CN" altLang="en-US" dirty="0"/>
              <a:t> </a:t>
            </a:r>
            <a:r>
              <a:rPr lang="en-US" altLang="zh-CN" dirty="0"/>
              <a:t>Server</a:t>
            </a:r>
            <a:r>
              <a:rPr lang="zh-CN" altLang="en-US" dirty="0"/>
              <a:t> </a:t>
            </a:r>
            <a:r>
              <a:rPr lang="en-US" altLang="zh-CN" dirty="0"/>
              <a:t>Project - </a:t>
            </a:r>
            <a:r>
              <a:rPr lang="en" altLang="zh-CN" dirty="0"/>
              <a:t>Se335322GrpcApplication</a:t>
            </a:r>
            <a:r>
              <a:rPr lang="en-US" altLang="zh-CN" dirty="0"/>
              <a:t>.java</a:t>
            </a:r>
            <a:endParaRPr lang="en" altLang="zh-CN" dirty="0"/>
          </a:p>
          <a:p>
            <a:endParaRPr kumimoji="1" lang="zh-CN" altLang="en-US" dirty="0"/>
          </a:p>
        </p:txBody>
      </p:sp>
      <p:sp>
        <p:nvSpPr>
          <p:cNvPr id="4" name="灯片编号占位符 3">
            <a:extLst>
              <a:ext uri="{FF2B5EF4-FFF2-40B4-BE49-F238E27FC236}">
                <a16:creationId xmlns:a16="http://schemas.microsoft.com/office/drawing/2014/main" id="{1EE034D9-0ED5-ED90-85E2-A6472A2E4CC1}"/>
              </a:ext>
            </a:extLst>
          </p:cNvPr>
          <p:cNvSpPr>
            <a:spLocks noGrp="1"/>
          </p:cNvSpPr>
          <p:nvPr>
            <p:ph type="sldNum" sz="quarter" idx="12"/>
          </p:nvPr>
        </p:nvSpPr>
        <p:spPr/>
        <p:txBody>
          <a:bodyPr/>
          <a:lstStyle/>
          <a:p>
            <a:fld id="{CB818ED7-1FAF-4BEC-A906-EB6564C334EB}" type="slidenum">
              <a:rPr lang="zh-CN" altLang="en-US" smtClean="0"/>
              <a:pPr/>
              <a:t>38</a:t>
            </a:fld>
            <a:endParaRPr lang="zh-CN" altLang="en-US" dirty="0"/>
          </a:p>
        </p:txBody>
      </p:sp>
      <p:sp>
        <p:nvSpPr>
          <p:cNvPr id="7" name="文本框 6">
            <a:extLst>
              <a:ext uri="{FF2B5EF4-FFF2-40B4-BE49-F238E27FC236}">
                <a16:creationId xmlns:a16="http://schemas.microsoft.com/office/drawing/2014/main" id="{CBAB67DC-4625-4A6F-3833-813FD5141890}"/>
              </a:ext>
            </a:extLst>
          </p:cNvPr>
          <p:cNvSpPr txBox="1"/>
          <p:nvPr/>
        </p:nvSpPr>
        <p:spPr>
          <a:xfrm>
            <a:off x="504056" y="1245874"/>
            <a:ext cx="7812360" cy="2031325"/>
          </a:xfrm>
          <a:prstGeom prst="rect">
            <a:avLst/>
          </a:prstGeom>
          <a:noFill/>
        </p:spPr>
        <p:txBody>
          <a:bodyPr wrap="square">
            <a:spAutoFit/>
          </a:bodyPr>
          <a:lstStyle/>
          <a:p>
            <a:pPr>
              <a:buNone/>
            </a:pPr>
            <a:r>
              <a:rPr lang="en" altLang="zh-CN" sz="1400" dirty="0">
                <a:solidFill>
                  <a:srgbClr val="9E880D"/>
                </a:solidFill>
                <a:effectLst/>
                <a:latin typeface="JetBrains Mono"/>
              </a:rPr>
              <a:t>@</a:t>
            </a:r>
            <a:r>
              <a:rPr lang="en" altLang="zh-CN" sz="1400" dirty="0" err="1">
                <a:solidFill>
                  <a:srgbClr val="9E880D"/>
                </a:solidFill>
                <a:effectLst/>
                <a:latin typeface="JetBrains Mono"/>
              </a:rPr>
              <a:t>SpringBootApplication</a:t>
            </a:r>
            <a:br>
              <a:rPr lang="en" altLang="zh-CN" sz="1400" dirty="0">
                <a:solidFill>
                  <a:srgbClr val="9E880D"/>
                </a:solidFill>
                <a:effectLst/>
                <a:latin typeface="JetBrains Mono"/>
              </a:rPr>
            </a:br>
            <a:r>
              <a:rPr lang="en" altLang="zh-CN" sz="1400" dirty="0">
                <a:solidFill>
                  <a:srgbClr val="0033B3"/>
                </a:solidFill>
                <a:effectLst/>
                <a:latin typeface="JetBrains Mono"/>
              </a:rPr>
              <a:t>public class </a:t>
            </a:r>
            <a:r>
              <a:rPr lang="en" altLang="zh-CN" sz="1400" dirty="0">
                <a:solidFill>
                  <a:srgbClr val="000000"/>
                </a:solidFill>
                <a:effectLst/>
                <a:latin typeface="JetBrains Mono"/>
              </a:rPr>
              <a:t>Se335322GrpcApplication </a:t>
            </a:r>
            <a:r>
              <a:rPr lang="en" altLang="zh-CN" sz="1400" dirty="0">
                <a:solidFill>
                  <a:srgbClr val="080808"/>
                </a:solidFill>
                <a:effectLst/>
                <a:latin typeface="JetBrains Mono"/>
              </a:rPr>
              <a:t>{</a:t>
            </a:r>
            <a:br>
              <a:rPr lang="en" altLang="zh-CN" sz="1400" dirty="0">
                <a:solidFill>
                  <a:srgbClr val="080808"/>
                </a:solidFill>
                <a:effectLst/>
                <a:latin typeface="JetBrains Mono"/>
              </a:rPr>
            </a:b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public static void </a:t>
            </a:r>
            <a:r>
              <a:rPr lang="en" altLang="zh-CN" sz="1400" dirty="0">
                <a:solidFill>
                  <a:srgbClr val="00627A"/>
                </a:solidFill>
                <a:effectLst/>
                <a:latin typeface="JetBrains Mono"/>
              </a:rPr>
              <a:t>main</a:t>
            </a:r>
            <a:r>
              <a:rPr lang="en" altLang="zh-CN" sz="1400" dirty="0">
                <a:solidFill>
                  <a:srgbClr val="080808"/>
                </a:solidFill>
                <a:effectLst/>
                <a:latin typeface="JetBrains Mono"/>
              </a:rPr>
              <a:t>(</a:t>
            </a:r>
            <a:r>
              <a:rPr lang="en" altLang="zh-CN" sz="1400" dirty="0">
                <a:solidFill>
                  <a:srgbClr val="000000"/>
                </a:solidFill>
                <a:effectLst/>
                <a:latin typeface="JetBrains Mono"/>
              </a:rPr>
              <a:t>String</a:t>
            </a:r>
            <a:r>
              <a:rPr lang="en" altLang="zh-CN" sz="1400" dirty="0">
                <a:solidFill>
                  <a:srgbClr val="080808"/>
                </a:solidFill>
                <a:effectLst/>
                <a:latin typeface="JetBrains Mono"/>
              </a:rPr>
              <a:t>[] </a:t>
            </a:r>
            <a:r>
              <a:rPr lang="en" altLang="zh-CN" sz="1400" dirty="0" err="1">
                <a:solidFill>
                  <a:srgbClr val="000000"/>
                </a:solidFill>
                <a:effectLst/>
                <a:latin typeface="JetBrains Mono"/>
              </a:rPr>
              <a:t>args</a:t>
            </a:r>
            <a:r>
              <a:rPr lang="en" altLang="zh-CN" sz="1400" dirty="0">
                <a:solidFill>
                  <a:srgbClr val="080808"/>
                </a:solidFill>
                <a:effectLst/>
                <a:latin typeface="JetBrains Mono"/>
              </a:rPr>
              <a:t>) {</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err="1">
                <a:solidFill>
                  <a:srgbClr val="000000"/>
                </a:solidFill>
                <a:effectLst/>
                <a:latin typeface="JetBrains Mono"/>
              </a:rPr>
              <a:t>SpringApplication</a:t>
            </a:r>
            <a:r>
              <a:rPr lang="en" altLang="zh-CN" sz="1400" dirty="0" err="1">
                <a:solidFill>
                  <a:srgbClr val="080808"/>
                </a:solidFill>
                <a:effectLst/>
                <a:latin typeface="JetBrains Mono"/>
              </a:rPr>
              <a:t>.</a:t>
            </a:r>
            <a:r>
              <a:rPr lang="en" altLang="zh-CN" sz="1400" i="1" dirty="0" err="1">
                <a:solidFill>
                  <a:srgbClr val="080808"/>
                </a:solidFill>
                <a:effectLst/>
                <a:latin typeface="JetBrains Mono"/>
              </a:rPr>
              <a:t>run</a:t>
            </a:r>
            <a:r>
              <a:rPr lang="en" altLang="zh-CN" sz="1400" dirty="0">
                <a:solidFill>
                  <a:srgbClr val="080808"/>
                </a:solidFill>
                <a:effectLst/>
                <a:latin typeface="JetBrains Mono"/>
              </a:rPr>
              <a:t>(</a:t>
            </a:r>
            <a:r>
              <a:rPr lang="en" altLang="zh-CN" sz="1400" dirty="0">
                <a:solidFill>
                  <a:srgbClr val="000000"/>
                </a:solidFill>
                <a:effectLst/>
                <a:latin typeface="JetBrains Mono"/>
              </a:rPr>
              <a:t>Se335322GrpcApplication</a:t>
            </a:r>
            <a:r>
              <a:rPr lang="en" altLang="zh-CN" sz="1400" dirty="0">
                <a:solidFill>
                  <a:srgbClr val="080808"/>
                </a:solidFill>
                <a:effectLst/>
                <a:latin typeface="JetBrains Mono"/>
              </a:rPr>
              <a:t>.</a:t>
            </a:r>
            <a:r>
              <a:rPr lang="en" altLang="zh-CN" sz="1400" dirty="0">
                <a:solidFill>
                  <a:srgbClr val="0033B3"/>
                </a:solidFill>
                <a:effectLst/>
                <a:latin typeface="JetBrains Mono"/>
              </a:rPr>
              <a:t>class</a:t>
            </a:r>
            <a:r>
              <a:rPr lang="en" altLang="zh-CN" sz="1400" dirty="0">
                <a:solidFill>
                  <a:srgbClr val="080808"/>
                </a:solidFill>
                <a:effectLst/>
                <a:latin typeface="JetBrains Mono"/>
              </a:rPr>
              <a:t>, </a:t>
            </a:r>
            <a:r>
              <a:rPr lang="en" altLang="zh-CN" sz="1400" dirty="0" err="1">
                <a:solidFill>
                  <a:srgbClr val="000000"/>
                </a:solidFill>
                <a:effectLst/>
                <a:latin typeface="JetBrains Mono"/>
              </a:rPr>
              <a:t>args</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br>
              <a:rPr lang="en" altLang="zh-CN" sz="1400" dirty="0">
                <a:solidFill>
                  <a:srgbClr val="080808"/>
                </a:solidFill>
                <a:effectLst/>
                <a:latin typeface="JetBrains Mono"/>
              </a:rPr>
            </a:br>
            <a:br>
              <a:rPr lang="en" altLang="zh-CN" sz="1400" dirty="0">
                <a:solidFill>
                  <a:srgbClr val="080808"/>
                </a:solidFill>
                <a:effectLst/>
                <a:latin typeface="JetBrains Mono"/>
              </a:rPr>
            </a:br>
            <a:r>
              <a:rPr lang="en" altLang="zh-CN" sz="1400" dirty="0">
                <a:solidFill>
                  <a:srgbClr val="080808"/>
                </a:solidFill>
                <a:effectLst/>
                <a:latin typeface="JetBrains Mono"/>
              </a:rPr>
              <a:t>}</a:t>
            </a:r>
            <a:br>
              <a:rPr lang="en" altLang="zh-CN" sz="1400" dirty="0">
                <a:solidFill>
                  <a:srgbClr val="080808"/>
                </a:solidFill>
                <a:effectLst/>
                <a:latin typeface="JetBrains Mono"/>
              </a:rPr>
            </a:br>
            <a:endParaRPr lang="en" altLang="zh-CN" sz="1400" dirty="0">
              <a:solidFill>
                <a:srgbClr val="080808"/>
              </a:solidFill>
              <a:effectLst/>
              <a:latin typeface="JetBrains Mono"/>
            </a:endParaRPr>
          </a:p>
        </p:txBody>
      </p:sp>
      <p:sp>
        <p:nvSpPr>
          <p:cNvPr id="9" name="文本框 8">
            <a:extLst>
              <a:ext uri="{FF2B5EF4-FFF2-40B4-BE49-F238E27FC236}">
                <a16:creationId xmlns:a16="http://schemas.microsoft.com/office/drawing/2014/main" id="{F2FD1423-59E9-225C-1AA8-53A6BCA5B512}"/>
              </a:ext>
            </a:extLst>
          </p:cNvPr>
          <p:cNvSpPr txBox="1"/>
          <p:nvPr/>
        </p:nvSpPr>
        <p:spPr>
          <a:xfrm>
            <a:off x="1230068" y="2662337"/>
            <a:ext cx="4572000" cy="2031325"/>
          </a:xfrm>
          <a:prstGeom prst="rect">
            <a:avLst/>
          </a:prstGeom>
          <a:noFill/>
        </p:spPr>
        <p:txBody>
          <a:bodyPr wrap="square">
            <a:spAutoFit/>
          </a:bodyPr>
          <a:lstStyle/>
          <a:p>
            <a:pPr marL="285750" indent="-285750">
              <a:buFont typeface="Arial" panose="020B0604020202020204" pitchFamily="34" charset="0"/>
              <a:buChar char="•"/>
            </a:pPr>
            <a:r>
              <a:rPr lang="en" altLang="zh-CN" sz="1400" dirty="0" err="1">
                <a:latin typeface="JetBrains Mono"/>
              </a:rPr>
              <a:t>a</a:t>
            </a:r>
            <a:r>
              <a:rPr lang="en" altLang="zh-CN" sz="1400" dirty="0" err="1">
                <a:effectLst/>
                <a:latin typeface="JetBrains Mono"/>
              </a:rPr>
              <a:t>pplication.yml</a:t>
            </a:r>
            <a:endParaRPr lang="en" altLang="zh-CN" sz="1400" dirty="0">
              <a:effectLst/>
              <a:latin typeface="JetBrains Mono"/>
            </a:endParaRPr>
          </a:p>
          <a:p>
            <a:pPr lvl="1"/>
            <a:r>
              <a:rPr lang="en" altLang="zh-CN" sz="1400" dirty="0" err="1">
                <a:solidFill>
                  <a:srgbClr val="0033B3"/>
                </a:solidFill>
                <a:effectLst/>
                <a:latin typeface="JetBrains Mono"/>
              </a:rPr>
              <a:t>grpc</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server</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port</a:t>
            </a:r>
            <a:r>
              <a:rPr lang="en" altLang="zh-CN" sz="1400" dirty="0">
                <a:solidFill>
                  <a:srgbClr val="080808"/>
                </a:solidFill>
                <a:effectLst/>
                <a:latin typeface="JetBrains Mono"/>
              </a:rPr>
              <a:t>: 9090</a:t>
            </a:r>
            <a:br>
              <a:rPr lang="en" altLang="zh-CN" sz="1400" dirty="0">
                <a:solidFill>
                  <a:srgbClr val="080808"/>
                </a:solidFill>
                <a:effectLst/>
                <a:latin typeface="JetBrains Mono"/>
              </a:rPr>
            </a:b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client</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local-</a:t>
            </a:r>
            <a:r>
              <a:rPr lang="en" altLang="zh-CN" sz="1400" dirty="0" err="1">
                <a:solidFill>
                  <a:srgbClr val="0033B3"/>
                </a:solidFill>
                <a:effectLst/>
                <a:latin typeface="JetBrains Mono"/>
              </a:rPr>
              <a:t>grpc</a:t>
            </a:r>
            <a:r>
              <a:rPr lang="en" altLang="zh-CN" sz="1400" dirty="0">
                <a:solidFill>
                  <a:srgbClr val="0033B3"/>
                </a:solidFill>
                <a:effectLst/>
                <a:latin typeface="JetBrains Mono"/>
              </a:rPr>
              <a:t>-server</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address</a:t>
            </a:r>
            <a:r>
              <a:rPr lang="en" altLang="zh-CN" sz="1400" dirty="0">
                <a:solidFill>
                  <a:srgbClr val="080808"/>
                </a:solidFill>
                <a:effectLst/>
                <a:latin typeface="JetBrains Mono"/>
              </a:rPr>
              <a:t>: </a:t>
            </a:r>
            <a:r>
              <a:rPr lang="en" altLang="zh-CN" sz="1400" dirty="0">
                <a:solidFill>
                  <a:srgbClr val="067D17"/>
                </a:solidFill>
                <a:effectLst/>
                <a:latin typeface="JetBrains Mono"/>
              </a:rPr>
              <a:t>"static://localhost:9090"</a:t>
            </a:r>
            <a:br>
              <a:rPr lang="en" altLang="zh-CN" sz="1400" dirty="0">
                <a:solidFill>
                  <a:srgbClr val="067D17"/>
                </a:solidFill>
                <a:effectLst/>
                <a:latin typeface="JetBrains Mono"/>
              </a:rPr>
            </a:br>
            <a:r>
              <a:rPr lang="en" altLang="zh-CN" sz="1400" dirty="0">
                <a:solidFill>
                  <a:srgbClr val="067D17"/>
                </a:solidFill>
                <a:effectLst/>
                <a:latin typeface="JetBrains Mono"/>
              </a:rPr>
              <a:t>      </a:t>
            </a:r>
            <a:r>
              <a:rPr lang="en" altLang="zh-CN" sz="1400" dirty="0" err="1">
                <a:solidFill>
                  <a:srgbClr val="0033B3"/>
                </a:solidFill>
                <a:effectLst/>
                <a:latin typeface="JetBrains Mono"/>
              </a:rPr>
              <a:t>negotiationType</a:t>
            </a:r>
            <a:r>
              <a:rPr lang="en" altLang="zh-CN" sz="1400" dirty="0">
                <a:solidFill>
                  <a:srgbClr val="080808"/>
                </a:solidFill>
                <a:effectLst/>
                <a:latin typeface="JetBrains Mono"/>
              </a:rPr>
              <a:t>: plaintext</a:t>
            </a:r>
          </a:p>
        </p:txBody>
      </p:sp>
      <p:pic>
        <p:nvPicPr>
          <p:cNvPr id="10" name="图片 9">
            <a:extLst>
              <a:ext uri="{FF2B5EF4-FFF2-40B4-BE49-F238E27FC236}">
                <a16:creationId xmlns:a16="http://schemas.microsoft.com/office/drawing/2014/main" id="{A7E53948-E2C2-602B-CD90-B19A6FEB1C80}"/>
              </a:ext>
            </a:extLst>
          </p:cNvPr>
          <p:cNvPicPr>
            <a:picLocks noChangeAspect="1"/>
          </p:cNvPicPr>
          <p:nvPr/>
        </p:nvPicPr>
        <p:blipFill>
          <a:blip r:embed="rId3"/>
          <a:stretch>
            <a:fillRect/>
          </a:stretch>
        </p:blipFill>
        <p:spPr>
          <a:xfrm>
            <a:off x="5666434" y="1567062"/>
            <a:ext cx="3361680" cy="2731365"/>
          </a:xfrm>
          <a:prstGeom prst="rect">
            <a:avLst/>
          </a:prstGeom>
        </p:spPr>
      </p:pic>
    </p:spTree>
    <p:extLst>
      <p:ext uri="{BB962C8B-B14F-4D97-AF65-F5344CB8AC3E}">
        <p14:creationId xmlns:p14="http://schemas.microsoft.com/office/powerpoint/2010/main" val="6912076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0CA48-3C47-7C38-E4DD-37014859C0A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C3D6E99-C038-76B0-9461-CEADC970DB0C}"/>
              </a:ext>
            </a:extLst>
          </p:cNvPr>
          <p:cNvSpPr>
            <a:spLocks noGrp="1"/>
          </p:cNvSpPr>
          <p:nvPr>
            <p:ph type="title"/>
          </p:nvPr>
        </p:nvSpPr>
        <p:spPr/>
        <p:txBody>
          <a:bodyPr/>
          <a:lstStyle/>
          <a:p>
            <a:r>
              <a:rPr lang="en" altLang="zh-CN" dirty="0">
                <a:effectLst/>
              </a:rPr>
              <a:t>Hello</a:t>
            </a:r>
            <a:r>
              <a:rPr lang="zh-CN" altLang="en-US" dirty="0">
                <a:effectLst/>
              </a:rPr>
              <a:t> </a:t>
            </a:r>
            <a:r>
              <a:rPr lang="en-US" altLang="zh-CN" dirty="0">
                <a:effectLst/>
              </a:rPr>
              <a:t>World</a:t>
            </a:r>
            <a:endParaRPr kumimoji="1" lang="zh-CN" altLang="en-US" dirty="0"/>
          </a:p>
        </p:txBody>
      </p:sp>
      <p:sp>
        <p:nvSpPr>
          <p:cNvPr id="3" name="内容占位符 2">
            <a:extLst>
              <a:ext uri="{FF2B5EF4-FFF2-40B4-BE49-F238E27FC236}">
                <a16:creationId xmlns:a16="http://schemas.microsoft.com/office/drawing/2014/main" id="{FD5DB644-C556-C32E-3188-12A1616FB966}"/>
              </a:ext>
            </a:extLst>
          </p:cNvPr>
          <p:cNvSpPr>
            <a:spLocks noGrp="1"/>
          </p:cNvSpPr>
          <p:nvPr>
            <p:ph idx="1"/>
          </p:nvPr>
        </p:nvSpPr>
        <p:spPr/>
        <p:txBody>
          <a:bodyPr/>
          <a:lstStyle/>
          <a:p>
            <a:r>
              <a:rPr lang="en" altLang="zh-CN" dirty="0"/>
              <a:t>Spring</a:t>
            </a:r>
            <a:r>
              <a:rPr lang="zh-CN" altLang="en-US" dirty="0"/>
              <a:t> </a:t>
            </a:r>
            <a:r>
              <a:rPr lang="en-US" altLang="zh-CN" dirty="0"/>
              <a:t>Boot</a:t>
            </a:r>
            <a:r>
              <a:rPr lang="zh-CN" altLang="en-US" dirty="0"/>
              <a:t> </a:t>
            </a:r>
            <a:r>
              <a:rPr lang="en-US" altLang="zh-CN" dirty="0" err="1"/>
              <a:t>gRPC</a:t>
            </a:r>
            <a:r>
              <a:rPr lang="zh-CN" altLang="en-US" dirty="0"/>
              <a:t> </a:t>
            </a:r>
            <a:r>
              <a:rPr lang="en-US" altLang="zh-CN" dirty="0"/>
              <a:t>Server</a:t>
            </a:r>
            <a:r>
              <a:rPr lang="zh-CN" altLang="en-US" dirty="0"/>
              <a:t> </a:t>
            </a:r>
            <a:r>
              <a:rPr lang="en-US" altLang="zh-CN" dirty="0"/>
              <a:t>Project – </a:t>
            </a:r>
            <a:r>
              <a:rPr lang="en-US" altLang="zh-CN" dirty="0" err="1"/>
              <a:t>pom.xml</a:t>
            </a:r>
            <a:endParaRPr lang="en" altLang="zh-CN" dirty="0"/>
          </a:p>
          <a:p>
            <a:endParaRPr kumimoji="1" lang="zh-CN" altLang="en-US" dirty="0"/>
          </a:p>
        </p:txBody>
      </p:sp>
      <p:sp>
        <p:nvSpPr>
          <p:cNvPr id="4" name="灯片编号占位符 3">
            <a:extLst>
              <a:ext uri="{FF2B5EF4-FFF2-40B4-BE49-F238E27FC236}">
                <a16:creationId xmlns:a16="http://schemas.microsoft.com/office/drawing/2014/main" id="{2C65E9E7-1659-F4EF-B58F-47C833A87A4C}"/>
              </a:ext>
            </a:extLst>
          </p:cNvPr>
          <p:cNvSpPr>
            <a:spLocks noGrp="1"/>
          </p:cNvSpPr>
          <p:nvPr>
            <p:ph type="sldNum" sz="quarter" idx="12"/>
          </p:nvPr>
        </p:nvSpPr>
        <p:spPr/>
        <p:txBody>
          <a:bodyPr/>
          <a:lstStyle/>
          <a:p>
            <a:fld id="{CB818ED7-1FAF-4BEC-A906-EB6564C334EB}" type="slidenum">
              <a:rPr lang="zh-CN" altLang="en-US" smtClean="0"/>
              <a:pPr/>
              <a:t>39</a:t>
            </a:fld>
            <a:endParaRPr lang="zh-CN" altLang="en-US" dirty="0"/>
          </a:p>
        </p:txBody>
      </p:sp>
      <p:pic>
        <p:nvPicPr>
          <p:cNvPr id="5" name="图片 4">
            <a:extLst>
              <a:ext uri="{FF2B5EF4-FFF2-40B4-BE49-F238E27FC236}">
                <a16:creationId xmlns:a16="http://schemas.microsoft.com/office/drawing/2014/main" id="{7E2BAAAF-BCC0-B1EC-481E-543DBD0364C4}"/>
              </a:ext>
            </a:extLst>
          </p:cNvPr>
          <p:cNvPicPr>
            <a:picLocks noChangeAspect="1"/>
          </p:cNvPicPr>
          <p:nvPr/>
        </p:nvPicPr>
        <p:blipFill>
          <a:blip r:embed="rId3"/>
          <a:stretch>
            <a:fillRect/>
          </a:stretch>
        </p:blipFill>
        <p:spPr>
          <a:xfrm>
            <a:off x="467544" y="1299479"/>
            <a:ext cx="5632619" cy="3852155"/>
          </a:xfrm>
          <a:prstGeom prst="rect">
            <a:avLst/>
          </a:prstGeom>
        </p:spPr>
      </p:pic>
      <p:pic>
        <p:nvPicPr>
          <p:cNvPr id="7" name="图片 6">
            <a:extLst>
              <a:ext uri="{FF2B5EF4-FFF2-40B4-BE49-F238E27FC236}">
                <a16:creationId xmlns:a16="http://schemas.microsoft.com/office/drawing/2014/main" id="{113BD5EA-E2D1-08A3-9493-CC1CACBC065A}"/>
              </a:ext>
            </a:extLst>
          </p:cNvPr>
          <p:cNvPicPr>
            <a:picLocks noChangeAspect="1"/>
          </p:cNvPicPr>
          <p:nvPr/>
        </p:nvPicPr>
        <p:blipFill>
          <a:blip r:embed="rId4"/>
          <a:stretch>
            <a:fillRect/>
          </a:stretch>
        </p:blipFill>
        <p:spPr>
          <a:xfrm>
            <a:off x="6372200" y="1299478"/>
            <a:ext cx="2387272" cy="3844021"/>
          </a:xfrm>
          <a:prstGeom prst="rect">
            <a:avLst/>
          </a:prstGeom>
        </p:spPr>
      </p:pic>
    </p:spTree>
    <p:extLst>
      <p:ext uri="{BB962C8B-B14F-4D97-AF65-F5344CB8AC3E}">
        <p14:creationId xmlns:p14="http://schemas.microsoft.com/office/powerpoint/2010/main" val="281905976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589CC0-7860-DAEC-660E-780984E1508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0DB6C22-5490-9CDA-61F7-3E3956736109}"/>
              </a:ext>
            </a:extLst>
          </p:cNvPr>
          <p:cNvSpPr>
            <a:spLocks noGrp="1"/>
          </p:cNvSpPr>
          <p:nvPr>
            <p:ph type="title"/>
          </p:nvPr>
        </p:nvSpPr>
        <p:spPr/>
        <p:txBody>
          <a:bodyPr/>
          <a:lstStyle/>
          <a:p>
            <a:r>
              <a:rPr lang="en" altLang="zh-CN" dirty="0">
                <a:effectLst/>
              </a:rPr>
              <a:t>Hello</a:t>
            </a:r>
            <a:r>
              <a:rPr lang="zh-CN" altLang="en-US" dirty="0">
                <a:effectLst/>
              </a:rPr>
              <a:t> </a:t>
            </a:r>
            <a:r>
              <a:rPr lang="en-US" altLang="zh-CN" dirty="0">
                <a:effectLst/>
              </a:rPr>
              <a:t>World</a:t>
            </a:r>
            <a:endParaRPr kumimoji="1" lang="zh-CN" altLang="en-US" dirty="0"/>
          </a:p>
        </p:txBody>
      </p:sp>
      <p:sp>
        <p:nvSpPr>
          <p:cNvPr id="3" name="内容占位符 2">
            <a:extLst>
              <a:ext uri="{FF2B5EF4-FFF2-40B4-BE49-F238E27FC236}">
                <a16:creationId xmlns:a16="http://schemas.microsoft.com/office/drawing/2014/main" id="{B3E6F85E-2A54-7A2F-37D0-7DCEC1AAF1A2}"/>
              </a:ext>
            </a:extLst>
          </p:cNvPr>
          <p:cNvSpPr>
            <a:spLocks noGrp="1"/>
          </p:cNvSpPr>
          <p:nvPr>
            <p:ph idx="1"/>
          </p:nvPr>
        </p:nvSpPr>
        <p:spPr/>
        <p:txBody>
          <a:bodyPr>
            <a:normAutofit/>
          </a:bodyPr>
          <a:lstStyle/>
          <a:p>
            <a:r>
              <a:rPr lang="en" altLang="zh-CN" dirty="0"/>
              <a:t>Spring</a:t>
            </a:r>
            <a:r>
              <a:rPr lang="zh-CN" altLang="en-US" dirty="0"/>
              <a:t> </a:t>
            </a:r>
            <a:r>
              <a:rPr lang="en-US" altLang="zh-CN" dirty="0"/>
              <a:t>Boot</a:t>
            </a:r>
            <a:r>
              <a:rPr lang="zh-CN" altLang="en-US" dirty="0"/>
              <a:t> </a:t>
            </a:r>
            <a:r>
              <a:rPr lang="en-US" altLang="zh-CN" dirty="0" err="1"/>
              <a:t>gRPC</a:t>
            </a:r>
            <a:r>
              <a:rPr lang="zh-CN" altLang="en-US" dirty="0"/>
              <a:t> </a:t>
            </a:r>
            <a:r>
              <a:rPr lang="en-US" altLang="zh-CN" dirty="0">
                <a:solidFill>
                  <a:srgbClr val="FF0000"/>
                </a:solidFill>
              </a:rPr>
              <a:t>Client</a:t>
            </a:r>
            <a:r>
              <a:rPr lang="zh-CN" altLang="en-US" dirty="0"/>
              <a:t> </a:t>
            </a:r>
            <a:r>
              <a:rPr lang="en-US" altLang="zh-CN" dirty="0"/>
              <a:t>Project - </a:t>
            </a:r>
            <a:r>
              <a:rPr lang="en-US" altLang="zh-CN" dirty="0" err="1"/>
              <a:t>helloworld.proto</a:t>
            </a:r>
            <a:endParaRPr lang="en" altLang="zh-CN" dirty="0"/>
          </a:p>
        </p:txBody>
      </p:sp>
      <p:sp>
        <p:nvSpPr>
          <p:cNvPr id="4" name="灯片编号占位符 3">
            <a:extLst>
              <a:ext uri="{FF2B5EF4-FFF2-40B4-BE49-F238E27FC236}">
                <a16:creationId xmlns:a16="http://schemas.microsoft.com/office/drawing/2014/main" id="{0B329038-BC5B-F574-53E5-DF6CBD53D011}"/>
              </a:ext>
            </a:extLst>
          </p:cNvPr>
          <p:cNvSpPr>
            <a:spLocks noGrp="1"/>
          </p:cNvSpPr>
          <p:nvPr>
            <p:ph type="sldNum" sz="quarter" idx="12"/>
          </p:nvPr>
        </p:nvSpPr>
        <p:spPr/>
        <p:txBody>
          <a:bodyPr/>
          <a:lstStyle/>
          <a:p>
            <a:fld id="{CB818ED7-1FAF-4BEC-A906-EB6564C334EB}" type="slidenum">
              <a:rPr lang="zh-CN" altLang="en-US" smtClean="0"/>
              <a:pPr/>
              <a:t>40</a:t>
            </a:fld>
            <a:endParaRPr lang="zh-CN" altLang="en-US" dirty="0"/>
          </a:p>
        </p:txBody>
      </p:sp>
      <p:sp>
        <p:nvSpPr>
          <p:cNvPr id="6" name="文本框 5">
            <a:extLst>
              <a:ext uri="{FF2B5EF4-FFF2-40B4-BE49-F238E27FC236}">
                <a16:creationId xmlns:a16="http://schemas.microsoft.com/office/drawing/2014/main" id="{504B6876-B29B-75D1-833C-A2CB514EFC80}"/>
              </a:ext>
            </a:extLst>
          </p:cNvPr>
          <p:cNvSpPr txBox="1"/>
          <p:nvPr/>
        </p:nvSpPr>
        <p:spPr>
          <a:xfrm>
            <a:off x="409691" y="1635646"/>
            <a:ext cx="8496944" cy="3108543"/>
          </a:xfrm>
          <a:prstGeom prst="rect">
            <a:avLst/>
          </a:prstGeom>
          <a:noFill/>
        </p:spPr>
        <p:txBody>
          <a:bodyPr wrap="square">
            <a:spAutoFit/>
          </a:bodyPr>
          <a:lstStyle/>
          <a:p>
            <a:pPr>
              <a:buNone/>
            </a:pPr>
            <a:r>
              <a:rPr lang="en" altLang="zh-CN" sz="1400" dirty="0">
                <a:solidFill>
                  <a:srgbClr val="0033B3"/>
                </a:solidFill>
                <a:effectLst/>
                <a:latin typeface="JetBrains Mono"/>
              </a:rPr>
              <a:t>syntax </a:t>
            </a:r>
            <a:r>
              <a:rPr lang="en" altLang="zh-CN" sz="1400" dirty="0">
                <a:solidFill>
                  <a:srgbClr val="080808"/>
                </a:solidFill>
                <a:effectLst/>
                <a:latin typeface="JetBrains Mono"/>
              </a:rPr>
              <a:t>= </a:t>
            </a:r>
            <a:r>
              <a:rPr lang="en" altLang="zh-CN" sz="1400" dirty="0">
                <a:solidFill>
                  <a:srgbClr val="067D17"/>
                </a:solidFill>
                <a:effectLst/>
                <a:latin typeface="JetBrains Mono"/>
              </a:rPr>
              <a:t>"proto3"</a:t>
            </a:r>
            <a:r>
              <a:rPr lang="en" altLang="zh-CN" sz="1400" dirty="0">
                <a:solidFill>
                  <a:srgbClr val="080808"/>
                </a:solidFill>
                <a:effectLst/>
                <a:latin typeface="JetBrains Mono"/>
              </a:rPr>
              <a:t>;</a:t>
            </a:r>
            <a:br>
              <a:rPr lang="en" altLang="zh-CN" sz="1400" dirty="0">
                <a:solidFill>
                  <a:srgbClr val="080808"/>
                </a:solidFill>
                <a:effectLst/>
                <a:latin typeface="JetBrains Mono"/>
              </a:rPr>
            </a:br>
            <a:br>
              <a:rPr lang="en" altLang="zh-CN" sz="1400" dirty="0">
                <a:solidFill>
                  <a:srgbClr val="080808"/>
                </a:solidFill>
                <a:effectLst/>
                <a:latin typeface="JetBrains Mono"/>
              </a:rPr>
            </a:br>
            <a:r>
              <a:rPr lang="en" altLang="zh-CN" sz="1400" dirty="0">
                <a:solidFill>
                  <a:srgbClr val="0033B3"/>
                </a:solidFill>
                <a:effectLst/>
                <a:latin typeface="JetBrains Mono"/>
              </a:rPr>
              <a:t>option </a:t>
            </a:r>
            <a:r>
              <a:rPr lang="en" altLang="zh-CN" sz="1400" dirty="0" err="1">
                <a:solidFill>
                  <a:srgbClr val="000000"/>
                </a:solidFill>
                <a:effectLst/>
                <a:latin typeface="JetBrains Mono"/>
              </a:rPr>
              <a:t>java_multiple_files</a:t>
            </a:r>
            <a:r>
              <a:rPr lang="en" altLang="zh-CN" sz="1400" dirty="0">
                <a:solidFill>
                  <a:srgbClr val="000000"/>
                </a:solidFill>
                <a:effectLst/>
                <a:latin typeface="JetBrains Mono"/>
              </a:rPr>
              <a:t> </a:t>
            </a:r>
            <a:r>
              <a:rPr lang="en" altLang="zh-CN" sz="1400" dirty="0">
                <a:solidFill>
                  <a:srgbClr val="080808"/>
                </a:solidFill>
                <a:effectLst/>
                <a:latin typeface="JetBrains Mono"/>
              </a:rPr>
              <a:t>= </a:t>
            </a:r>
            <a:r>
              <a:rPr lang="en" altLang="zh-CN" sz="1400" dirty="0">
                <a:solidFill>
                  <a:srgbClr val="0033B3"/>
                </a:solidFill>
                <a:effectLst/>
                <a:latin typeface="JetBrains Mono"/>
              </a:rPr>
              <a:t>true</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033B3"/>
                </a:solidFill>
                <a:effectLst/>
                <a:latin typeface="JetBrains Mono"/>
              </a:rPr>
              <a:t>option </a:t>
            </a:r>
            <a:r>
              <a:rPr lang="en" altLang="zh-CN" sz="1400" dirty="0" err="1">
                <a:solidFill>
                  <a:srgbClr val="000000"/>
                </a:solidFill>
                <a:effectLst/>
                <a:latin typeface="JetBrains Mono"/>
              </a:rPr>
              <a:t>java_package</a:t>
            </a:r>
            <a:r>
              <a:rPr lang="en" altLang="zh-CN" sz="1400" dirty="0">
                <a:solidFill>
                  <a:srgbClr val="000000"/>
                </a:solidFill>
                <a:effectLst/>
                <a:latin typeface="JetBrains Mono"/>
              </a:rPr>
              <a:t> </a:t>
            </a:r>
            <a:r>
              <a:rPr lang="en" altLang="zh-CN" sz="1400" dirty="0">
                <a:solidFill>
                  <a:srgbClr val="080808"/>
                </a:solidFill>
                <a:effectLst/>
                <a:latin typeface="JetBrains Mono"/>
              </a:rPr>
              <a:t>= </a:t>
            </a:r>
            <a:r>
              <a:rPr lang="en" altLang="zh-CN" sz="1400" dirty="0">
                <a:solidFill>
                  <a:srgbClr val="067D17"/>
                </a:solidFill>
                <a:effectLst/>
                <a:latin typeface="JetBrains Mono"/>
              </a:rPr>
              <a:t>"org.sjtu.se.se3353_22_grpc"</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033B3"/>
                </a:solidFill>
                <a:effectLst/>
                <a:latin typeface="JetBrains Mono"/>
              </a:rPr>
              <a:t>option </a:t>
            </a:r>
            <a:r>
              <a:rPr lang="en" altLang="zh-CN" sz="1400" dirty="0" err="1">
                <a:solidFill>
                  <a:srgbClr val="000000"/>
                </a:solidFill>
                <a:effectLst/>
                <a:latin typeface="JetBrains Mono"/>
              </a:rPr>
              <a:t>java_outer_classname</a:t>
            </a:r>
            <a:r>
              <a:rPr lang="en" altLang="zh-CN" sz="1400" dirty="0">
                <a:solidFill>
                  <a:srgbClr val="000000"/>
                </a:solidFill>
                <a:effectLst/>
                <a:latin typeface="JetBrains Mono"/>
              </a:rPr>
              <a:t> </a:t>
            </a:r>
            <a:r>
              <a:rPr lang="en" altLang="zh-CN" sz="1400" dirty="0">
                <a:solidFill>
                  <a:srgbClr val="080808"/>
                </a:solidFill>
                <a:effectLst/>
                <a:latin typeface="JetBrains Mono"/>
              </a:rPr>
              <a:t>= </a:t>
            </a:r>
            <a:r>
              <a:rPr lang="en" altLang="zh-CN" sz="1400" dirty="0">
                <a:solidFill>
                  <a:srgbClr val="067D17"/>
                </a:solidFill>
                <a:effectLst/>
                <a:latin typeface="JetBrains Mono"/>
              </a:rPr>
              <a:t>"</a:t>
            </a:r>
            <a:r>
              <a:rPr lang="en" altLang="zh-CN" sz="1400" dirty="0" err="1">
                <a:solidFill>
                  <a:srgbClr val="067D17"/>
                </a:solidFill>
                <a:effectLst/>
                <a:latin typeface="JetBrains Mono"/>
              </a:rPr>
              <a:t>HelloWorldProto</a:t>
            </a:r>
            <a:r>
              <a:rPr lang="en" altLang="zh-CN" sz="1400" dirty="0">
                <a:solidFill>
                  <a:srgbClr val="067D17"/>
                </a:solidFill>
                <a:effectLst/>
                <a:latin typeface="JetBrains Mono"/>
              </a:rPr>
              <a:t>"</a:t>
            </a:r>
            <a:r>
              <a:rPr lang="en" altLang="zh-CN" sz="1400" dirty="0">
                <a:solidFill>
                  <a:srgbClr val="080808"/>
                </a:solidFill>
                <a:effectLst/>
                <a:latin typeface="JetBrains Mono"/>
              </a:rPr>
              <a:t>;</a:t>
            </a:r>
            <a:br>
              <a:rPr lang="en" altLang="zh-CN" sz="1400" dirty="0">
                <a:solidFill>
                  <a:srgbClr val="080808"/>
                </a:solidFill>
                <a:effectLst/>
                <a:latin typeface="JetBrains Mono"/>
              </a:rPr>
            </a:br>
            <a:br>
              <a:rPr lang="en" altLang="zh-CN" sz="1400" dirty="0">
                <a:solidFill>
                  <a:srgbClr val="080808"/>
                </a:solidFill>
                <a:effectLst/>
                <a:latin typeface="JetBrains Mono"/>
              </a:rPr>
            </a:br>
            <a:r>
              <a:rPr lang="en" altLang="zh-CN" sz="1400" i="1" dirty="0">
                <a:solidFill>
                  <a:srgbClr val="8C8C8C"/>
                </a:solidFill>
                <a:effectLst/>
                <a:latin typeface="JetBrains Mono"/>
              </a:rPr>
              <a:t>// The greeting service definition.</a:t>
            </a:r>
            <a:br>
              <a:rPr lang="en" altLang="zh-CN" sz="1400" i="1" dirty="0">
                <a:solidFill>
                  <a:srgbClr val="8C8C8C"/>
                </a:solidFill>
                <a:effectLst/>
                <a:latin typeface="JetBrains Mono"/>
              </a:rPr>
            </a:br>
            <a:r>
              <a:rPr lang="en" altLang="zh-CN" sz="1400" dirty="0">
                <a:solidFill>
                  <a:srgbClr val="0033B3"/>
                </a:solidFill>
                <a:effectLst/>
                <a:latin typeface="JetBrains Mono"/>
              </a:rPr>
              <a:t>service </a:t>
            </a:r>
            <a:r>
              <a:rPr lang="en" altLang="zh-CN" sz="1400" dirty="0">
                <a:solidFill>
                  <a:srgbClr val="000000"/>
                </a:solidFill>
                <a:effectLst/>
                <a:latin typeface="JetBrains Mono"/>
              </a:rPr>
              <a:t>Simple </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i="1" dirty="0">
                <a:solidFill>
                  <a:srgbClr val="8C8C8C"/>
                </a:solidFill>
                <a:effectLst/>
                <a:latin typeface="JetBrains Mono"/>
              </a:rPr>
              <a:t>// Sends a greeting</a:t>
            </a:r>
            <a:br>
              <a:rPr lang="en" altLang="zh-CN" sz="1400" i="1" dirty="0">
                <a:solidFill>
                  <a:srgbClr val="8C8C8C"/>
                </a:solidFill>
                <a:effectLst/>
                <a:latin typeface="JetBrains Mono"/>
              </a:rPr>
            </a:br>
            <a:r>
              <a:rPr lang="en" altLang="zh-CN" sz="1400" i="1" dirty="0">
                <a:solidFill>
                  <a:srgbClr val="8C8C8C"/>
                </a:solidFill>
                <a:effectLst/>
                <a:latin typeface="JetBrains Mono"/>
              </a:rPr>
              <a:t>  </a:t>
            </a:r>
            <a:r>
              <a:rPr lang="en" altLang="zh-CN" sz="1400" dirty="0" err="1">
                <a:solidFill>
                  <a:srgbClr val="0033B3"/>
                </a:solidFill>
                <a:effectLst/>
                <a:latin typeface="JetBrains Mono"/>
              </a:rPr>
              <a:t>rpc</a:t>
            </a:r>
            <a:r>
              <a:rPr lang="en" altLang="zh-CN" sz="1400" dirty="0">
                <a:solidFill>
                  <a:srgbClr val="0033B3"/>
                </a:solidFill>
                <a:effectLst/>
                <a:latin typeface="JetBrains Mono"/>
              </a:rPr>
              <a:t> </a:t>
            </a:r>
            <a:r>
              <a:rPr lang="en" altLang="zh-CN" sz="1400" dirty="0" err="1">
                <a:solidFill>
                  <a:srgbClr val="000000"/>
                </a:solidFill>
                <a:effectLst/>
                <a:latin typeface="JetBrains Mono"/>
              </a:rPr>
              <a:t>SayHello</a:t>
            </a:r>
            <a:r>
              <a:rPr lang="en" altLang="zh-CN" sz="1400" dirty="0">
                <a:solidFill>
                  <a:srgbClr val="080808"/>
                </a:solidFill>
                <a:effectLst/>
                <a:latin typeface="JetBrains Mono"/>
              </a:rPr>
              <a:t>(</a:t>
            </a:r>
            <a:r>
              <a:rPr lang="en" altLang="zh-CN" sz="1400" dirty="0" err="1">
                <a:solidFill>
                  <a:srgbClr val="000000"/>
                </a:solidFill>
                <a:effectLst/>
                <a:latin typeface="JetBrains Mono"/>
              </a:rPr>
              <a:t>HelloRequest</a:t>
            </a:r>
            <a:r>
              <a:rPr lang="en" altLang="zh-CN" sz="1400" dirty="0">
                <a:solidFill>
                  <a:srgbClr val="080808"/>
                </a:solidFill>
                <a:effectLst/>
                <a:latin typeface="JetBrains Mono"/>
              </a:rPr>
              <a:t>) </a:t>
            </a:r>
            <a:r>
              <a:rPr lang="en" altLang="zh-CN" sz="1400" dirty="0">
                <a:solidFill>
                  <a:srgbClr val="0033B3"/>
                </a:solidFill>
                <a:effectLst/>
                <a:latin typeface="JetBrains Mono"/>
              </a:rPr>
              <a:t>returns </a:t>
            </a:r>
            <a:r>
              <a:rPr lang="en" altLang="zh-CN" sz="1400" dirty="0">
                <a:solidFill>
                  <a:srgbClr val="080808"/>
                </a:solidFill>
                <a:effectLst/>
                <a:latin typeface="JetBrains Mono"/>
              </a:rPr>
              <a:t>(</a:t>
            </a:r>
            <a:r>
              <a:rPr lang="en" altLang="zh-CN" sz="1400" dirty="0" err="1">
                <a:solidFill>
                  <a:srgbClr val="000000"/>
                </a:solidFill>
                <a:effectLst/>
                <a:latin typeface="JetBrains Mono"/>
              </a:rPr>
              <a:t>HelloReply</a:t>
            </a:r>
            <a:r>
              <a:rPr lang="en" altLang="zh-CN" sz="1400" dirty="0">
                <a:solidFill>
                  <a:srgbClr val="080808"/>
                </a:solidFill>
                <a:effectLst/>
                <a:latin typeface="JetBrains Mono"/>
              </a:rPr>
              <a:t>) { }</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err="1">
                <a:solidFill>
                  <a:srgbClr val="0033B3"/>
                </a:solidFill>
                <a:effectLst/>
                <a:latin typeface="JetBrains Mono"/>
              </a:rPr>
              <a:t>rpc</a:t>
            </a:r>
            <a:r>
              <a:rPr lang="en" altLang="zh-CN" sz="1400" dirty="0">
                <a:solidFill>
                  <a:srgbClr val="0033B3"/>
                </a:solidFill>
                <a:effectLst/>
                <a:latin typeface="JetBrains Mono"/>
              </a:rPr>
              <a:t> </a:t>
            </a:r>
            <a:r>
              <a:rPr lang="en" altLang="zh-CN" sz="1400" dirty="0" err="1">
                <a:solidFill>
                  <a:srgbClr val="000000"/>
                </a:solidFill>
                <a:effectLst/>
                <a:latin typeface="JetBrains Mono"/>
              </a:rPr>
              <a:t>StreamHello</a:t>
            </a:r>
            <a:r>
              <a:rPr lang="en" altLang="zh-CN" sz="1400" dirty="0">
                <a:solidFill>
                  <a:srgbClr val="080808"/>
                </a:solidFill>
                <a:effectLst/>
                <a:latin typeface="JetBrains Mono"/>
              </a:rPr>
              <a:t>(</a:t>
            </a:r>
            <a:r>
              <a:rPr lang="en" altLang="zh-CN" sz="1400" dirty="0" err="1">
                <a:solidFill>
                  <a:srgbClr val="000000"/>
                </a:solidFill>
                <a:effectLst/>
                <a:latin typeface="JetBrains Mono"/>
              </a:rPr>
              <a:t>HelloRequest</a:t>
            </a:r>
            <a:r>
              <a:rPr lang="en" altLang="zh-CN" sz="1400" dirty="0">
                <a:solidFill>
                  <a:srgbClr val="080808"/>
                </a:solidFill>
                <a:effectLst/>
                <a:latin typeface="JetBrains Mono"/>
              </a:rPr>
              <a:t>) </a:t>
            </a:r>
            <a:r>
              <a:rPr lang="en" altLang="zh-CN" sz="1400" dirty="0">
                <a:solidFill>
                  <a:srgbClr val="0033B3"/>
                </a:solidFill>
                <a:effectLst/>
                <a:latin typeface="JetBrains Mono"/>
              </a:rPr>
              <a:t>returns </a:t>
            </a:r>
            <a:r>
              <a:rPr lang="en" altLang="zh-CN" sz="1400" dirty="0">
                <a:solidFill>
                  <a:srgbClr val="080808"/>
                </a:solidFill>
                <a:effectLst/>
                <a:latin typeface="JetBrains Mono"/>
              </a:rPr>
              <a:t>(</a:t>
            </a:r>
            <a:r>
              <a:rPr lang="en" altLang="zh-CN" sz="1400" dirty="0">
                <a:solidFill>
                  <a:srgbClr val="0033B3"/>
                </a:solidFill>
                <a:effectLst/>
                <a:latin typeface="JetBrains Mono"/>
              </a:rPr>
              <a:t>stream </a:t>
            </a:r>
            <a:r>
              <a:rPr lang="en" altLang="zh-CN" sz="1400" dirty="0" err="1">
                <a:solidFill>
                  <a:srgbClr val="000000"/>
                </a:solidFill>
                <a:effectLst/>
                <a:latin typeface="JetBrains Mono"/>
              </a:rPr>
              <a:t>HelloReply</a:t>
            </a:r>
            <a:r>
              <a:rPr lang="en" altLang="zh-CN" sz="1400" dirty="0">
                <a:solidFill>
                  <a:srgbClr val="080808"/>
                </a:solidFill>
                <a:effectLst/>
                <a:latin typeface="JetBrains Mono"/>
              </a:rPr>
              <a:t>) { }</a:t>
            </a:r>
            <a:br>
              <a:rPr lang="en" altLang="zh-CN" sz="1400" dirty="0">
                <a:solidFill>
                  <a:srgbClr val="080808"/>
                </a:solidFill>
                <a:effectLst/>
                <a:latin typeface="JetBrains Mono"/>
              </a:rPr>
            </a:br>
            <a:r>
              <a:rPr lang="en" altLang="zh-CN" sz="1400" dirty="0">
                <a:solidFill>
                  <a:srgbClr val="080808"/>
                </a:solidFill>
                <a:effectLst/>
                <a:latin typeface="JetBrains Mono"/>
              </a:rPr>
              <a:t>}</a:t>
            </a:r>
            <a:br>
              <a:rPr lang="en" altLang="zh-CN" sz="1400" dirty="0">
                <a:solidFill>
                  <a:srgbClr val="080808"/>
                </a:solidFill>
                <a:effectLst/>
                <a:latin typeface="JetBrains Mono"/>
              </a:rPr>
            </a:br>
            <a:br>
              <a:rPr lang="en" altLang="zh-CN" sz="1400" dirty="0">
                <a:solidFill>
                  <a:srgbClr val="080808"/>
                </a:solidFill>
                <a:effectLst/>
                <a:latin typeface="JetBrains Mono"/>
              </a:rPr>
            </a:br>
            <a:endParaRPr lang="en" altLang="zh-CN" sz="1400" dirty="0">
              <a:solidFill>
                <a:srgbClr val="080808"/>
              </a:solidFill>
              <a:effectLst/>
              <a:latin typeface="JetBrains Mono"/>
            </a:endParaRPr>
          </a:p>
        </p:txBody>
      </p:sp>
      <p:sp>
        <p:nvSpPr>
          <p:cNvPr id="7" name="文本框 6">
            <a:extLst>
              <a:ext uri="{FF2B5EF4-FFF2-40B4-BE49-F238E27FC236}">
                <a16:creationId xmlns:a16="http://schemas.microsoft.com/office/drawing/2014/main" id="{27BD592A-6D1A-0B94-B652-411DEFD7FA10}"/>
              </a:ext>
            </a:extLst>
          </p:cNvPr>
          <p:cNvSpPr txBox="1"/>
          <p:nvPr/>
        </p:nvSpPr>
        <p:spPr>
          <a:xfrm>
            <a:off x="4679540" y="1419622"/>
            <a:ext cx="4284948" cy="2246769"/>
          </a:xfrm>
          <a:prstGeom prst="rect">
            <a:avLst/>
          </a:prstGeom>
          <a:noFill/>
        </p:spPr>
        <p:txBody>
          <a:bodyPr wrap="square">
            <a:spAutoFit/>
          </a:bodyPr>
          <a:lstStyle/>
          <a:p>
            <a:pPr>
              <a:buNone/>
            </a:pPr>
            <a:br>
              <a:rPr lang="en" altLang="zh-CN" sz="1400" dirty="0">
                <a:solidFill>
                  <a:srgbClr val="080808"/>
                </a:solidFill>
                <a:effectLst/>
                <a:latin typeface="JetBrains Mono"/>
              </a:rPr>
            </a:br>
            <a:r>
              <a:rPr lang="en" altLang="zh-CN" sz="1400" i="1" dirty="0">
                <a:solidFill>
                  <a:srgbClr val="8C8C8C"/>
                </a:solidFill>
                <a:effectLst/>
                <a:latin typeface="JetBrains Mono"/>
              </a:rPr>
              <a:t>// The request message containing the user's name.</a:t>
            </a:r>
            <a:br>
              <a:rPr lang="en" altLang="zh-CN" sz="1400" i="1" dirty="0">
                <a:solidFill>
                  <a:srgbClr val="8C8C8C"/>
                </a:solidFill>
                <a:effectLst/>
                <a:latin typeface="JetBrains Mono"/>
              </a:rPr>
            </a:br>
            <a:r>
              <a:rPr lang="en" altLang="zh-CN" sz="1400" dirty="0">
                <a:solidFill>
                  <a:srgbClr val="0033B3"/>
                </a:solidFill>
                <a:effectLst/>
                <a:latin typeface="JetBrains Mono"/>
              </a:rPr>
              <a:t>message </a:t>
            </a:r>
            <a:r>
              <a:rPr lang="en" altLang="zh-CN" sz="1400" dirty="0" err="1">
                <a:solidFill>
                  <a:srgbClr val="000000"/>
                </a:solidFill>
                <a:effectLst/>
                <a:latin typeface="JetBrains Mono"/>
              </a:rPr>
              <a:t>HelloRequest</a:t>
            </a:r>
            <a:r>
              <a:rPr lang="en" altLang="zh-CN" sz="1400" dirty="0">
                <a:solidFill>
                  <a:srgbClr val="000000"/>
                </a:solidFill>
                <a:effectLst/>
                <a:latin typeface="JetBrains Mono"/>
              </a:rPr>
              <a:t> </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string </a:t>
            </a:r>
            <a:r>
              <a:rPr lang="en" altLang="zh-CN" sz="1400" dirty="0">
                <a:solidFill>
                  <a:srgbClr val="000000"/>
                </a:solidFill>
                <a:effectLst/>
                <a:latin typeface="JetBrains Mono"/>
              </a:rPr>
              <a:t>name </a:t>
            </a:r>
            <a:r>
              <a:rPr lang="en" altLang="zh-CN" sz="1400" dirty="0">
                <a:solidFill>
                  <a:srgbClr val="080808"/>
                </a:solidFill>
                <a:effectLst/>
                <a:latin typeface="JetBrains Mono"/>
              </a:rPr>
              <a:t>= </a:t>
            </a:r>
            <a:r>
              <a:rPr lang="en" altLang="zh-CN" sz="1400" dirty="0">
                <a:solidFill>
                  <a:srgbClr val="1750EB"/>
                </a:solidFill>
                <a:effectLst/>
                <a:latin typeface="JetBrains Mono"/>
              </a:rPr>
              <a:t>1</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a:t>
            </a:r>
            <a:br>
              <a:rPr lang="en" altLang="zh-CN" sz="1400" dirty="0">
                <a:solidFill>
                  <a:srgbClr val="080808"/>
                </a:solidFill>
                <a:effectLst/>
                <a:latin typeface="JetBrains Mono"/>
              </a:rPr>
            </a:br>
            <a:br>
              <a:rPr lang="en" altLang="zh-CN" sz="1400" dirty="0">
                <a:solidFill>
                  <a:srgbClr val="080808"/>
                </a:solidFill>
                <a:effectLst/>
                <a:latin typeface="JetBrains Mono"/>
              </a:rPr>
            </a:br>
            <a:r>
              <a:rPr lang="en" altLang="zh-CN" sz="1400" i="1" dirty="0">
                <a:solidFill>
                  <a:srgbClr val="8C8C8C"/>
                </a:solidFill>
                <a:effectLst/>
                <a:latin typeface="JetBrains Mono"/>
              </a:rPr>
              <a:t>// The response message containing the greetings</a:t>
            </a:r>
            <a:br>
              <a:rPr lang="en" altLang="zh-CN" sz="1400" i="1" dirty="0">
                <a:solidFill>
                  <a:srgbClr val="8C8C8C"/>
                </a:solidFill>
                <a:effectLst/>
                <a:latin typeface="JetBrains Mono"/>
              </a:rPr>
            </a:br>
            <a:r>
              <a:rPr lang="en" altLang="zh-CN" sz="1400" dirty="0">
                <a:solidFill>
                  <a:srgbClr val="0033B3"/>
                </a:solidFill>
                <a:effectLst/>
                <a:latin typeface="JetBrains Mono"/>
              </a:rPr>
              <a:t>message </a:t>
            </a:r>
            <a:r>
              <a:rPr lang="en" altLang="zh-CN" sz="1400" dirty="0" err="1">
                <a:solidFill>
                  <a:srgbClr val="000000"/>
                </a:solidFill>
                <a:effectLst/>
                <a:latin typeface="JetBrains Mono"/>
              </a:rPr>
              <a:t>HelloReply</a:t>
            </a:r>
            <a:r>
              <a:rPr lang="en" altLang="zh-CN" sz="1400" dirty="0">
                <a:solidFill>
                  <a:srgbClr val="000000"/>
                </a:solidFill>
                <a:effectLst/>
                <a:latin typeface="JetBrains Mono"/>
              </a:rPr>
              <a:t> </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string </a:t>
            </a:r>
            <a:r>
              <a:rPr lang="en" altLang="zh-CN" sz="1400" dirty="0">
                <a:solidFill>
                  <a:srgbClr val="000000"/>
                </a:solidFill>
                <a:effectLst/>
                <a:latin typeface="JetBrains Mono"/>
              </a:rPr>
              <a:t>message </a:t>
            </a:r>
            <a:r>
              <a:rPr lang="en" altLang="zh-CN" sz="1400" dirty="0">
                <a:solidFill>
                  <a:srgbClr val="080808"/>
                </a:solidFill>
                <a:effectLst/>
                <a:latin typeface="JetBrains Mono"/>
              </a:rPr>
              <a:t>= </a:t>
            </a:r>
            <a:r>
              <a:rPr lang="en" altLang="zh-CN" sz="1400" dirty="0">
                <a:solidFill>
                  <a:srgbClr val="1750EB"/>
                </a:solidFill>
                <a:effectLst/>
                <a:latin typeface="JetBrains Mono"/>
              </a:rPr>
              <a:t>1</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a:t>
            </a:r>
          </a:p>
        </p:txBody>
      </p:sp>
    </p:spTree>
    <p:extLst>
      <p:ext uri="{BB962C8B-B14F-4D97-AF65-F5344CB8AC3E}">
        <p14:creationId xmlns:p14="http://schemas.microsoft.com/office/powerpoint/2010/main" val="7498706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0A1BA-1D2C-CAF2-1851-D6D17B746D2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79827DE-7113-8C9E-A773-7A523254806D}"/>
              </a:ext>
            </a:extLst>
          </p:cNvPr>
          <p:cNvSpPr>
            <a:spLocks noGrp="1"/>
          </p:cNvSpPr>
          <p:nvPr>
            <p:ph type="title"/>
          </p:nvPr>
        </p:nvSpPr>
        <p:spPr/>
        <p:txBody>
          <a:bodyPr/>
          <a:lstStyle/>
          <a:p>
            <a:r>
              <a:rPr lang="en" altLang="zh-CN" dirty="0">
                <a:effectLst/>
              </a:rPr>
              <a:t>Hello</a:t>
            </a:r>
            <a:r>
              <a:rPr lang="zh-CN" altLang="en-US" dirty="0">
                <a:effectLst/>
              </a:rPr>
              <a:t> </a:t>
            </a:r>
            <a:r>
              <a:rPr lang="en-US" altLang="zh-CN" dirty="0">
                <a:effectLst/>
              </a:rPr>
              <a:t>World</a:t>
            </a:r>
            <a:endParaRPr kumimoji="1" lang="zh-CN" altLang="en-US" dirty="0"/>
          </a:p>
        </p:txBody>
      </p:sp>
      <p:sp>
        <p:nvSpPr>
          <p:cNvPr id="3" name="内容占位符 2">
            <a:extLst>
              <a:ext uri="{FF2B5EF4-FFF2-40B4-BE49-F238E27FC236}">
                <a16:creationId xmlns:a16="http://schemas.microsoft.com/office/drawing/2014/main" id="{4BA86916-36FA-F690-A2C5-11A92725B65B}"/>
              </a:ext>
            </a:extLst>
          </p:cNvPr>
          <p:cNvSpPr>
            <a:spLocks noGrp="1"/>
          </p:cNvSpPr>
          <p:nvPr>
            <p:ph idx="1"/>
          </p:nvPr>
        </p:nvSpPr>
        <p:spPr/>
        <p:txBody>
          <a:bodyPr>
            <a:normAutofit/>
          </a:bodyPr>
          <a:lstStyle/>
          <a:p>
            <a:r>
              <a:rPr lang="en" altLang="zh-CN" dirty="0"/>
              <a:t>Spring</a:t>
            </a:r>
            <a:r>
              <a:rPr lang="zh-CN" altLang="en-US" dirty="0"/>
              <a:t> </a:t>
            </a:r>
            <a:r>
              <a:rPr lang="en-US" altLang="zh-CN" dirty="0"/>
              <a:t>Boot</a:t>
            </a:r>
            <a:r>
              <a:rPr lang="zh-CN" altLang="en-US" dirty="0"/>
              <a:t> </a:t>
            </a:r>
            <a:r>
              <a:rPr lang="en-US" altLang="zh-CN" dirty="0" err="1"/>
              <a:t>gRPC</a:t>
            </a:r>
            <a:r>
              <a:rPr lang="zh-CN" altLang="en-US" dirty="0"/>
              <a:t> </a:t>
            </a:r>
            <a:r>
              <a:rPr lang="en-US" altLang="zh-CN" dirty="0">
                <a:solidFill>
                  <a:srgbClr val="FF0000"/>
                </a:solidFill>
              </a:rPr>
              <a:t>Client</a:t>
            </a:r>
            <a:r>
              <a:rPr lang="zh-CN" altLang="en-US" dirty="0"/>
              <a:t> </a:t>
            </a:r>
            <a:r>
              <a:rPr lang="en-US" altLang="zh-CN" dirty="0"/>
              <a:t>Project - </a:t>
            </a:r>
            <a:r>
              <a:rPr lang="en" altLang="zh-CN" dirty="0"/>
              <a:t>Se335322GrpcclientApplication.java</a:t>
            </a:r>
          </a:p>
        </p:txBody>
      </p:sp>
      <p:sp>
        <p:nvSpPr>
          <p:cNvPr id="4" name="灯片编号占位符 3">
            <a:extLst>
              <a:ext uri="{FF2B5EF4-FFF2-40B4-BE49-F238E27FC236}">
                <a16:creationId xmlns:a16="http://schemas.microsoft.com/office/drawing/2014/main" id="{CA831DE1-AE8A-BF12-53A4-4C1B7DD7E4B1}"/>
              </a:ext>
            </a:extLst>
          </p:cNvPr>
          <p:cNvSpPr>
            <a:spLocks noGrp="1"/>
          </p:cNvSpPr>
          <p:nvPr>
            <p:ph type="sldNum" sz="quarter" idx="12"/>
          </p:nvPr>
        </p:nvSpPr>
        <p:spPr/>
        <p:txBody>
          <a:bodyPr/>
          <a:lstStyle/>
          <a:p>
            <a:fld id="{CB818ED7-1FAF-4BEC-A906-EB6564C334EB}" type="slidenum">
              <a:rPr lang="zh-CN" altLang="en-US" smtClean="0"/>
              <a:pPr/>
              <a:t>41</a:t>
            </a:fld>
            <a:endParaRPr lang="zh-CN" altLang="en-US" dirty="0"/>
          </a:p>
        </p:txBody>
      </p:sp>
      <p:sp>
        <p:nvSpPr>
          <p:cNvPr id="8" name="文本框 7">
            <a:extLst>
              <a:ext uri="{FF2B5EF4-FFF2-40B4-BE49-F238E27FC236}">
                <a16:creationId xmlns:a16="http://schemas.microsoft.com/office/drawing/2014/main" id="{5F2C4C04-54B8-1C12-A94E-E2B9F59DCF10}"/>
              </a:ext>
            </a:extLst>
          </p:cNvPr>
          <p:cNvSpPr txBox="1"/>
          <p:nvPr/>
        </p:nvSpPr>
        <p:spPr>
          <a:xfrm>
            <a:off x="395536" y="1363942"/>
            <a:ext cx="8496944" cy="3323987"/>
          </a:xfrm>
          <a:prstGeom prst="rect">
            <a:avLst/>
          </a:prstGeom>
          <a:noFill/>
        </p:spPr>
        <p:txBody>
          <a:bodyPr wrap="square">
            <a:spAutoFit/>
          </a:bodyPr>
          <a:lstStyle/>
          <a:p>
            <a:pPr>
              <a:buNone/>
            </a:pPr>
            <a:r>
              <a:rPr lang="en" altLang="zh-CN" sz="1400" dirty="0">
                <a:solidFill>
                  <a:srgbClr val="9E880D"/>
                </a:solidFill>
                <a:effectLst/>
                <a:latin typeface="JetBrains Mono"/>
              </a:rPr>
              <a:t>@</a:t>
            </a:r>
            <a:r>
              <a:rPr lang="en" altLang="zh-CN" sz="1400" dirty="0" err="1">
                <a:solidFill>
                  <a:srgbClr val="9E880D"/>
                </a:solidFill>
                <a:effectLst/>
                <a:latin typeface="JetBrains Mono"/>
              </a:rPr>
              <a:t>SpringBootApplication</a:t>
            </a:r>
            <a:br>
              <a:rPr lang="en" altLang="zh-CN" sz="1400" dirty="0">
                <a:solidFill>
                  <a:srgbClr val="9E880D"/>
                </a:solidFill>
                <a:effectLst/>
                <a:latin typeface="JetBrains Mono"/>
              </a:rPr>
            </a:br>
            <a:r>
              <a:rPr lang="en" altLang="zh-CN" sz="1400" dirty="0">
                <a:solidFill>
                  <a:srgbClr val="0033B3"/>
                </a:solidFill>
                <a:effectLst/>
                <a:latin typeface="JetBrains Mono"/>
              </a:rPr>
              <a:t>public class </a:t>
            </a:r>
            <a:r>
              <a:rPr lang="en" altLang="zh-CN" sz="1400" dirty="0">
                <a:solidFill>
                  <a:srgbClr val="000000"/>
                </a:solidFill>
                <a:effectLst/>
                <a:latin typeface="JetBrains Mono"/>
              </a:rPr>
              <a:t>Se335322GrpcclientApplication </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public static void </a:t>
            </a:r>
            <a:r>
              <a:rPr lang="en" altLang="zh-CN" sz="1400" dirty="0">
                <a:solidFill>
                  <a:srgbClr val="00627A"/>
                </a:solidFill>
                <a:effectLst/>
                <a:latin typeface="JetBrains Mono"/>
              </a:rPr>
              <a:t>main</a:t>
            </a:r>
            <a:r>
              <a:rPr lang="en" altLang="zh-CN" sz="1400" dirty="0">
                <a:solidFill>
                  <a:srgbClr val="080808"/>
                </a:solidFill>
                <a:effectLst/>
                <a:latin typeface="JetBrains Mono"/>
              </a:rPr>
              <a:t>(</a:t>
            </a:r>
            <a:r>
              <a:rPr lang="en" altLang="zh-CN" sz="1400" dirty="0">
                <a:solidFill>
                  <a:srgbClr val="000000"/>
                </a:solidFill>
                <a:effectLst/>
                <a:latin typeface="JetBrains Mono"/>
              </a:rPr>
              <a:t>String</a:t>
            </a:r>
            <a:r>
              <a:rPr lang="en" altLang="zh-CN" sz="1400" dirty="0">
                <a:solidFill>
                  <a:srgbClr val="080808"/>
                </a:solidFill>
                <a:effectLst/>
                <a:latin typeface="JetBrains Mono"/>
              </a:rPr>
              <a:t>[] </a:t>
            </a:r>
            <a:r>
              <a:rPr lang="en" altLang="zh-CN" sz="1400" dirty="0" err="1">
                <a:solidFill>
                  <a:srgbClr val="000000"/>
                </a:solidFill>
                <a:effectLst/>
                <a:latin typeface="JetBrains Mono"/>
              </a:rPr>
              <a:t>args</a:t>
            </a:r>
            <a:r>
              <a:rPr lang="en" altLang="zh-CN" sz="1400" dirty="0">
                <a:solidFill>
                  <a:srgbClr val="080808"/>
                </a:solidFill>
                <a:effectLst/>
                <a:latin typeface="JetBrains Mono"/>
              </a:rPr>
              <a:t>) {</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err="1">
                <a:solidFill>
                  <a:srgbClr val="000000"/>
                </a:solidFill>
                <a:effectLst/>
                <a:latin typeface="JetBrains Mono"/>
              </a:rPr>
              <a:t>SpringApplication</a:t>
            </a:r>
            <a:r>
              <a:rPr lang="en" altLang="zh-CN" sz="1400" dirty="0" err="1">
                <a:solidFill>
                  <a:srgbClr val="080808"/>
                </a:solidFill>
                <a:effectLst/>
                <a:latin typeface="JetBrains Mono"/>
              </a:rPr>
              <a:t>.</a:t>
            </a:r>
            <a:r>
              <a:rPr lang="en" altLang="zh-CN" sz="1400" i="1" dirty="0" err="1">
                <a:solidFill>
                  <a:srgbClr val="080808"/>
                </a:solidFill>
                <a:effectLst/>
                <a:latin typeface="JetBrains Mono"/>
              </a:rPr>
              <a:t>run</a:t>
            </a:r>
            <a:r>
              <a:rPr lang="en" altLang="zh-CN" sz="1400" dirty="0">
                <a:solidFill>
                  <a:srgbClr val="080808"/>
                </a:solidFill>
                <a:effectLst/>
                <a:latin typeface="JetBrains Mono"/>
              </a:rPr>
              <a:t>(</a:t>
            </a:r>
            <a:r>
              <a:rPr lang="en" altLang="zh-CN" sz="1400" dirty="0">
                <a:solidFill>
                  <a:srgbClr val="000000"/>
                </a:solidFill>
                <a:effectLst/>
                <a:latin typeface="JetBrains Mono"/>
              </a:rPr>
              <a:t>Se335322GrpcclientApplication</a:t>
            </a:r>
            <a:r>
              <a:rPr lang="en" altLang="zh-CN" sz="1400" dirty="0">
                <a:solidFill>
                  <a:srgbClr val="080808"/>
                </a:solidFill>
                <a:effectLst/>
                <a:latin typeface="JetBrains Mono"/>
              </a:rPr>
              <a:t>.</a:t>
            </a:r>
            <a:r>
              <a:rPr lang="en" altLang="zh-CN" sz="1400" dirty="0">
                <a:solidFill>
                  <a:srgbClr val="0033B3"/>
                </a:solidFill>
                <a:effectLst/>
                <a:latin typeface="JetBrains Mono"/>
              </a:rPr>
              <a:t>class</a:t>
            </a:r>
            <a:r>
              <a:rPr lang="en" altLang="zh-CN" sz="1400" dirty="0">
                <a:solidFill>
                  <a:srgbClr val="080808"/>
                </a:solidFill>
                <a:effectLst/>
                <a:latin typeface="JetBrains Mono"/>
              </a:rPr>
              <a:t>, </a:t>
            </a:r>
            <a:r>
              <a:rPr lang="en" altLang="zh-CN" sz="1400" dirty="0" err="1">
                <a:solidFill>
                  <a:srgbClr val="000000"/>
                </a:solidFill>
                <a:effectLst/>
                <a:latin typeface="JetBrains Mono"/>
              </a:rPr>
              <a:t>args</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9E880D"/>
                </a:solidFill>
                <a:effectLst/>
                <a:latin typeface="JetBrains Mono"/>
              </a:rPr>
              <a:t>@Bean</a:t>
            </a:r>
            <a:br>
              <a:rPr lang="en" altLang="zh-CN" sz="1400" dirty="0">
                <a:solidFill>
                  <a:srgbClr val="9E880D"/>
                </a:solidFill>
                <a:effectLst/>
                <a:latin typeface="JetBrains Mono"/>
              </a:rPr>
            </a:br>
            <a:r>
              <a:rPr lang="en" altLang="zh-CN" sz="1400" dirty="0">
                <a:solidFill>
                  <a:srgbClr val="9E880D"/>
                </a:solidFill>
                <a:effectLst/>
                <a:latin typeface="JetBrains Mono"/>
              </a:rPr>
              <a:t>    </a:t>
            </a:r>
            <a:r>
              <a:rPr lang="en" altLang="zh-CN" sz="1400" dirty="0" err="1">
                <a:solidFill>
                  <a:srgbClr val="000000"/>
                </a:solidFill>
                <a:effectLst/>
                <a:latin typeface="JetBrains Mono"/>
              </a:rPr>
              <a:t>SimpleGrpc</a:t>
            </a:r>
            <a:r>
              <a:rPr lang="en" altLang="zh-CN" sz="1400" dirty="0" err="1">
                <a:solidFill>
                  <a:srgbClr val="080808"/>
                </a:solidFill>
                <a:effectLst/>
                <a:latin typeface="JetBrains Mono"/>
              </a:rPr>
              <a:t>.</a:t>
            </a:r>
            <a:r>
              <a:rPr lang="en" altLang="zh-CN" sz="1400" dirty="0" err="1">
                <a:solidFill>
                  <a:srgbClr val="000000"/>
                </a:solidFill>
                <a:effectLst/>
                <a:latin typeface="JetBrains Mono"/>
              </a:rPr>
              <a:t>SimpleBlockingStub</a:t>
            </a:r>
            <a:r>
              <a:rPr lang="en" altLang="zh-CN" sz="1400" dirty="0">
                <a:solidFill>
                  <a:srgbClr val="000000"/>
                </a:solidFill>
                <a:effectLst/>
                <a:latin typeface="JetBrains Mono"/>
              </a:rPr>
              <a:t> </a:t>
            </a:r>
            <a:r>
              <a:rPr lang="en" altLang="zh-CN" sz="1400" dirty="0">
                <a:solidFill>
                  <a:srgbClr val="00627A"/>
                </a:solidFill>
                <a:effectLst/>
                <a:latin typeface="JetBrains Mono"/>
              </a:rPr>
              <a:t>stub</a:t>
            </a:r>
            <a:r>
              <a:rPr lang="en" altLang="zh-CN" sz="1400" dirty="0">
                <a:solidFill>
                  <a:srgbClr val="080808"/>
                </a:solidFill>
                <a:effectLst/>
                <a:latin typeface="JetBrains Mono"/>
              </a:rPr>
              <a:t>(</a:t>
            </a:r>
            <a:r>
              <a:rPr lang="en" altLang="zh-CN" sz="1400" dirty="0" err="1">
                <a:solidFill>
                  <a:srgbClr val="000000"/>
                </a:solidFill>
                <a:effectLst/>
                <a:latin typeface="JetBrains Mono"/>
              </a:rPr>
              <a:t>GrpcChannelFactory</a:t>
            </a:r>
            <a:r>
              <a:rPr lang="en" altLang="zh-CN" sz="1400" dirty="0">
                <a:solidFill>
                  <a:srgbClr val="000000"/>
                </a:solidFill>
                <a:effectLst/>
                <a:latin typeface="JetBrains Mono"/>
              </a:rPr>
              <a:t> channels</a:t>
            </a:r>
            <a:r>
              <a:rPr lang="en" altLang="zh-CN" sz="1400" dirty="0">
                <a:solidFill>
                  <a:srgbClr val="080808"/>
                </a:solidFill>
                <a:effectLst/>
                <a:latin typeface="JetBrains Mono"/>
              </a:rPr>
              <a:t>) {</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return </a:t>
            </a:r>
            <a:r>
              <a:rPr lang="en" altLang="zh-CN" sz="1400" dirty="0" err="1">
                <a:solidFill>
                  <a:srgbClr val="000000"/>
                </a:solidFill>
                <a:effectLst/>
                <a:latin typeface="JetBrains Mono"/>
              </a:rPr>
              <a:t>SimpleGrpc</a:t>
            </a:r>
            <a:r>
              <a:rPr lang="en" altLang="zh-CN" sz="1400" dirty="0" err="1">
                <a:solidFill>
                  <a:srgbClr val="080808"/>
                </a:solidFill>
                <a:effectLst/>
                <a:latin typeface="JetBrains Mono"/>
              </a:rPr>
              <a:t>.</a:t>
            </a:r>
            <a:r>
              <a:rPr lang="en" altLang="zh-CN" sz="1400" i="1" dirty="0" err="1">
                <a:solidFill>
                  <a:srgbClr val="080808"/>
                </a:solidFill>
                <a:effectLst/>
                <a:latin typeface="JetBrains Mono"/>
              </a:rPr>
              <a:t>newBlockingStub</a:t>
            </a:r>
            <a:r>
              <a:rPr lang="en" altLang="zh-CN" sz="1400" dirty="0">
                <a:solidFill>
                  <a:srgbClr val="080808"/>
                </a:solidFill>
                <a:effectLst/>
                <a:latin typeface="JetBrains Mono"/>
              </a:rPr>
              <a:t>(</a:t>
            </a:r>
            <a:r>
              <a:rPr lang="en" altLang="zh-CN" sz="1400" dirty="0" err="1">
                <a:solidFill>
                  <a:srgbClr val="000000"/>
                </a:solidFill>
                <a:effectLst/>
                <a:latin typeface="JetBrains Mono"/>
              </a:rPr>
              <a:t>channels</a:t>
            </a:r>
            <a:r>
              <a:rPr lang="en" altLang="zh-CN" sz="1400" dirty="0" err="1">
                <a:solidFill>
                  <a:srgbClr val="080808"/>
                </a:solidFill>
                <a:effectLst/>
                <a:latin typeface="JetBrains Mono"/>
              </a:rPr>
              <a:t>.createChannel</a:t>
            </a:r>
            <a:r>
              <a:rPr lang="en" altLang="zh-CN" sz="1400" dirty="0">
                <a:solidFill>
                  <a:srgbClr val="080808"/>
                </a:solidFill>
                <a:effectLst/>
                <a:latin typeface="JetBrains Mono"/>
              </a:rPr>
              <a:t>(</a:t>
            </a:r>
            <a:r>
              <a:rPr lang="en" altLang="zh-CN" sz="1400" dirty="0">
                <a:solidFill>
                  <a:srgbClr val="067D17"/>
                </a:solidFill>
                <a:effectLst/>
                <a:latin typeface="JetBrains Mono"/>
              </a:rPr>
              <a:t>"local"</a:t>
            </a:r>
            <a:r>
              <a:rPr lang="en" altLang="zh-CN" sz="1400" dirty="0">
                <a:solidFill>
                  <a:srgbClr val="080808"/>
                </a:solidFill>
                <a:effectLst/>
                <a:latin typeface="JetBrains Mono"/>
              </a:rPr>
              <a:t>));</a:t>
            </a:r>
            <a:br>
              <a:rPr lang="en" altLang="zh-CN" sz="1400" dirty="0">
                <a:solidFill>
                  <a:srgbClr val="080808"/>
                </a:solidFill>
                <a:effectLst/>
                <a:latin typeface="JetBrains Mono"/>
              </a:rPr>
            </a:br>
            <a:r>
              <a:rPr lang="en" altLang="zh-CN" sz="1400" dirty="0">
                <a:solidFill>
                  <a:srgbClr val="080808"/>
                </a:solidFill>
                <a:effectLst/>
                <a:latin typeface="JetBrains Mono"/>
              </a:rPr>
              <a:t>    }</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9E880D"/>
                </a:solidFill>
                <a:effectLst/>
                <a:latin typeface="JetBrains Mono"/>
              </a:rPr>
              <a:t>@Bean</a:t>
            </a:r>
            <a:br>
              <a:rPr lang="en" altLang="zh-CN" sz="1400" dirty="0">
                <a:solidFill>
                  <a:srgbClr val="9E880D"/>
                </a:solidFill>
                <a:effectLst/>
                <a:latin typeface="JetBrains Mono"/>
              </a:rPr>
            </a:br>
            <a:r>
              <a:rPr lang="en" altLang="zh-CN" sz="1400" dirty="0">
                <a:solidFill>
                  <a:srgbClr val="9E880D"/>
                </a:solidFill>
                <a:effectLst/>
                <a:latin typeface="JetBrains Mono"/>
              </a:rPr>
              <a:t>    </a:t>
            </a:r>
            <a:r>
              <a:rPr lang="en" altLang="zh-CN" sz="1400" dirty="0">
                <a:solidFill>
                  <a:srgbClr val="0033B3"/>
                </a:solidFill>
                <a:effectLst/>
                <a:latin typeface="JetBrains Mono"/>
              </a:rPr>
              <a:t>public </a:t>
            </a:r>
            <a:r>
              <a:rPr lang="en" altLang="zh-CN" sz="1400" dirty="0" err="1">
                <a:solidFill>
                  <a:srgbClr val="000000"/>
                </a:solidFill>
                <a:effectLst/>
                <a:latin typeface="JetBrains Mono"/>
              </a:rPr>
              <a:t>CommandLineRunner</a:t>
            </a:r>
            <a:r>
              <a:rPr lang="en" altLang="zh-CN" sz="1400" dirty="0">
                <a:solidFill>
                  <a:srgbClr val="000000"/>
                </a:solidFill>
                <a:effectLst/>
                <a:latin typeface="JetBrains Mono"/>
              </a:rPr>
              <a:t> </a:t>
            </a:r>
            <a:r>
              <a:rPr lang="en" altLang="zh-CN" sz="1400" dirty="0">
                <a:solidFill>
                  <a:srgbClr val="00627A"/>
                </a:solidFill>
                <a:effectLst/>
                <a:latin typeface="JetBrains Mono"/>
              </a:rPr>
              <a:t>runner</a:t>
            </a:r>
            <a:r>
              <a:rPr lang="en" altLang="zh-CN" sz="1400" dirty="0">
                <a:solidFill>
                  <a:srgbClr val="080808"/>
                </a:solidFill>
                <a:effectLst/>
                <a:latin typeface="JetBrains Mono"/>
              </a:rPr>
              <a:t>(</a:t>
            </a:r>
            <a:r>
              <a:rPr lang="en" altLang="zh-CN" sz="1400" dirty="0" err="1">
                <a:solidFill>
                  <a:srgbClr val="000000"/>
                </a:solidFill>
                <a:effectLst/>
                <a:latin typeface="JetBrains Mono"/>
              </a:rPr>
              <a:t>SimpleGrpc</a:t>
            </a:r>
            <a:r>
              <a:rPr lang="en" altLang="zh-CN" sz="1400" dirty="0" err="1">
                <a:solidFill>
                  <a:srgbClr val="080808"/>
                </a:solidFill>
                <a:effectLst/>
                <a:latin typeface="JetBrains Mono"/>
              </a:rPr>
              <a:t>.</a:t>
            </a:r>
            <a:r>
              <a:rPr lang="en" altLang="zh-CN" sz="1400" dirty="0" err="1">
                <a:solidFill>
                  <a:srgbClr val="000000"/>
                </a:solidFill>
                <a:effectLst/>
                <a:latin typeface="JetBrains Mono"/>
              </a:rPr>
              <a:t>SimpleBlockingStub</a:t>
            </a:r>
            <a:r>
              <a:rPr lang="en" altLang="zh-CN" sz="1400" dirty="0">
                <a:solidFill>
                  <a:srgbClr val="000000"/>
                </a:solidFill>
                <a:effectLst/>
                <a:latin typeface="JetBrains Mono"/>
              </a:rPr>
              <a:t> stub</a:t>
            </a:r>
            <a:r>
              <a:rPr lang="en" altLang="zh-CN" sz="1400" dirty="0">
                <a:solidFill>
                  <a:srgbClr val="080808"/>
                </a:solidFill>
                <a:effectLst/>
                <a:latin typeface="JetBrains Mono"/>
              </a:rPr>
              <a:t>) {</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a:solidFill>
                  <a:srgbClr val="0033B3"/>
                </a:solidFill>
                <a:effectLst/>
                <a:latin typeface="JetBrains Mono"/>
              </a:rPr>
              <a:t>return </a:t>
            </a:r>
            <a:r>
              <a:rPr lang="en" altLang="zh-CN" sz="1400" dirty="0" err="1">
                <a:solidFill>
                  <a:srgbClr val="000000"/>
                </a:solidFill>
                <a:effectLst/>
                <a:latin typeface="JetBrains Mono"/>
              </a:rPr>
              <a:t>args</a:t>
            </a:r>
            <a:r>
              <a:rPr lang="en" altLang="zh-CN" sz="1400" dirty="0">
                <a:solidFill>
                  <a:srgbClr val="000000"/>
                </a:solidFill>
                <a:effectLst/>
                <a:latin typeface="JetBrains Mono"/>
              </a:rPr>
              <a:t> </a:t>
            </a:r>
            <a:r>
              <a:rPr lang="en" altLang="zh-CN" sz="1400" dirty="0">
                <a:solidFill>
                  <a:srgbClr val="080808"/>
                </a:solidFill>
                <a:effectLst/>
                <a:latin typeface="JetBrains Mono"/>
              </a:rPr>
              <a:t>-&gt; {</a:t>
            </a:r>
            <a:br>
              <a:rPr lang="en" altLang="zh-CN" sz="1400" dirty="0">
                <a:solidFill>
                  <a:srgbClr val="080808"/>
                </a:solidFill>
                <a:effectLst/>
                <a:latin typeface="JetBrains Mono"/>
              </a:rPr>
            </a:br>
            <a:r>
              <a:rPr lang="en" altLang="zh-CN" sz="1400" dirty="0">
                <a:solidFill>
                  <a:srgbClr val="080808"/>
                </a:solidFill>
                <a:effectLst/>
                <a:latin typeface="JetBrains Mono"/>
              </a:rPr>
              <a:t>            </a:t>
            </a:r>
            <a:r>
              <a:rPr lang="en" altLang="zh-CN" sz="1400" dirty="0" err="1">
                <a:solidFill>
                  <a:srgbClr val="000000"/>
                </a:solidFill>
                <a:effectLst/>
                <a:latin typeface="JetBrains Mono"/>
              </a:rPr>
              <a:t>System</a:t>
            </a:r>
            <a:r>
              <a:rPr lang="en" altLang="zh-CN" sz="1400" dirty="0" err="1">
                <a:solidFill>
                  <a:srgbClr val="080808"/>
                </a:solidFill>
                <a:effectLst/>
                <a:latin typeface="JetBrains Mono"/>
              </a:rPr>
              <a:t>.</a:t>
            </a:r>
            <a:r>
              <a:rPr lang="en" altLang="zh-CN" sz="1400" i="1" dirty="0" err="1">
                <a:solidFill>
                  <a:srgbClr val="871094"/>
                </a:solidFill>
                <a:effectLst/>
                <a:latin typeface="JetBrains Mono"/>
              </a:rPr>
              <a:t>out</a:t>
            </a:r>
            <a:r>
              <a:rPr lang="en" altLang="zh-CN" sz="1400" dirty="0" err="1">
                <a:solidFill>
                  <a:srgbClr val="080808"/>
                </a:solidFill>
                <a:effectLst/>
                <a:latin typeface="JetBrains Mono"/>
              </a:rPr>
              <a:t>.println</a:t>
            </a:r>
            <a:r>
              <a:rPr lang="en" altLang="zh-CN" sz="1400" dirty="0">
                <a:solidFill>
                  <a:srgbClr val="080808"/>
                </a:solidFill>
                <a:effectLst/>
                <a:latin typeface="JetBrains Mono"/>
              </a:rPr>
              <a:t>(</a:t>
            </a:r>
            <a:r>
              <a:rPr lang="en" altLang="zh-CN" sz="1400" dirty="0" err="1">
                <a:solidFill>
                  <a:srgbClr val="851691"/>
                </a:solidFill>
                <a:effectLst/>
                <a:latin typeface="JetBrains Mono"/>
              </a:rPr>
              <a:t>stub</a:t>
            </a:r>
            <a:r>
              <a:rPr lang="en" altLang="zh-CN" sz="1400" dirty="0" err="1">
                <a:solidFill>
                  <a:srgbClr val="080808"/>
                </a:solidFill>
                <a:effectLst/>
                <a:latin typeface="JetBrains Mono"/>
              </a:rPr>
              <a:t>.sayHello</a:t>
            </a:r>
            <a:r>
              <a:rPr lang="en" altLang="zh-CN" sz="1400" dirty="0">
                <a:solidFill>
                  <a:srgbClr val="080808"/>
                </a:solidFill>
                <a:effectLst/>
                <a:latin typeface="JetBrains Mono"/>
              </a:rPr>
              <a:t>(</a:t>
            </a:r>
            <a:r>
              <a:rPr lang="en" altLang="zh-CN" sz="1400" dirty="0" err="1">
                <a:solidFill>
                  <a:srgbClr val="000000"/>
                </a:solidFill>
                <a:effectLst/>
                <a:latin typeface="JetBrains Mono"/>
              </a:rPr>
              <a:t>HelloRequest</a:t>
            </a:r>
            <a:r>
              <a:rPr lang="en" altLang="zh-CN" sz="1400" dirty="0" err="1">
                <a:solidFill>
                  <a:srgbClr val="080808"/>
                </a:solidFill>
                <a:effectLst/>
                <a:latin typeface="JetBrains Mono"/>
              </a:rPr>
              <a:t>.</a:t>
            </a:r>
            <a:r>
              <a:rPr lang="en" altLang="zh-CN" sz="1400" i="1" dirty="0" err="1">
                <a:solidFill>
                  <a:srgbClr val="080808"/>
                </a:solidFill>
                <a:effectLst/>
                <a:latin typeface="JetBrains Mono"/>
              </a:rPr>
              <a:t>newBuilder</a:t>
            </a:r>
            <a:r>
              <a:rPr lang="en" altLang="zh-CN" sz="1400" dirty="0">
                <a:solidFill>
                  <a:srgbClr val="080808"/>
                </a:solidFill>
                <a:effectLst/>
                <a:latin typeface="JetBrains Mono"/>
              </a:rPr>
              <a:t>().</a:t>
            </a:r>
            <a:r>
              <a:rPr lang="en" altLang="zh-CN" sz="1400" dirty="0" err="1">
                <a:solidFill>
                  <a:srgbClr val="080808"/>
                </a:solidFill>
                <a:effectLst/>
                <a:latin typeface="JetBrains Mono"/>
              </a:rPr>
              <a:t>setName</a:t>
            </a:r>
            <a:r>
              <a:rPr lang="en" altLang="zh-CN" sz="1400" dirty="0">
                <a:solidFill>
                  <a:srgbClr val="080808"/>
                </a:solidFill>
                <a:effectLst/>
                <a:latin typeface="JetBrains Mono"/>
              </a:rPr>
              <a:t>(</a:t>
            </a:r>
            <a:r>
              <a:rPr lang="en" altLang="zh-CN" sz="1400" dirty="0">
                <a:solidFill>
                  <a:srgbClr val="067D17"/>
                </a:solidFill>
                <a:effectLst/>
                <a:latin typeface="JetBrains Mono"/>
              </a:rPr>
              <a:t>"Alien"</a:t>
            </a:r>
            <a:r>
              <a:rPr lang="en" altLang="zh-CN" sz="1400" dirty="0">
                <a:solidFill>
                  <a:srgbClr val="080808"/>
                </a:solidFill>
                <a:effectLst/>
                <a:latin typeface="JetBrains Mono"/>
              </a:rPr>
              <a:t>).build()));</a:t>
            </a:r>
            <a:br>
              <a:rPr lang="en" altLang="zh-CN" sz="1400" dirty="0">
                <a:solidFill>
                  <a:srgbClr val="080808"/>
                </a:solidFill>
                <a:effectLst/>
                <a:latin typeface="JetBrains Mono"/>
              </a:rPr>
            </a:br>
            <a:r>
              <a:rPr lang="en" altLang="zh-CN" sz="1400" dirty="0">
                <a:solidFill>
                  <a:srgbClr val="080808"/>
                </a:solidFill>
                <a:effectLst/>
                <a:latin typeface="JetBrains Mono"/>
              </a:rPr>
              <a:t>        };</a:t>
            </a:r>
            <a:br>
              <a:rPr lang="en" altLang="zh-CN" sz="1400" dirty="0">
                <a:solidFill>
                  <a:srgbClr val="080808"/>
                </a:solidFill>
                <a:effectLst/>
                <a:latin typeface="JetBrains Mono"/>
              </a:rPr>
            </a:br>
            <a:r>
              <a:rPr lang="en" altLang="zh-CN" sz="1400" dirty="0">
                <a:solidFill>
                  <a:srgbClr val="080808"/>
                </a:solidFill>
                <a:effectLst/>
                <a:latin typeface="JetBrains Mono"/>
              </a:rPr>
              <a:t>    }}</a:t>
            </a:r>
          </a:p>
        </p:txBody>
      </p:sp>
    </p:spTree>
    <p:extLst>
      <p:ext uri="{BB962C8B-B14F-4D97-AF65-F5344CB8AC3E}">
        <p14:creationId xmlns:p14="http://schemas.microsoft.com/office/powerpoint/2010/main" val="7663032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87AA9-2553-B00D-7332-D942743F88F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44AEB1F-9A12-7E40-9857-D31916B287DD}"/>
              </a:ext>
            </a:extLst>
          </p:cNvPr>
          <p:cNvSpPr>
            <a:spLocks noGrp="1"/>
          </p:cNvSpPr>
          <p:nvPr>
            <p:ph type="title"/>
          </p:nvPr>
        </p:nvSpPr>
        <p:spPr/>
        <p:txBody>
          <a:bodyPr/>
          <a:lstStyle/>
          <a:p>
            <a:r>
              <a:rPr lang="en" altLang="zh-CN" dirty="0">
                <a:effectLst/>
              </a:rPr>
              <a:t>Hello</a:t>
            </a:r>
            <a:r>
              <a:rPr lang="zh-CN" altLang="en-US" dirty="0">
                <a:effectLst/>
              </a:rPr>
              <a:t> </a:t>
            </a:r>
            <a:r>
              <a:rPr lang="en-US" altLang="zh-CN" dirty="0">
                <a:effectLst/>
              </a:rPr>
              <a:t>World</a:t>
            </a:r>
            <a:endParaRPr kumimoji="1" lang="zh-CN" altLang="en-US" dirty="0"/>
          </a:p>
        </p:txBody>
      </p:sp>
      <p:sp>
        <p:nvSpPr>
          <p:cNvPr id="3" name="内容占位符 2">
            <a:extLst>
              <a:ext uri="{FF2B5EF4-FFF2-40B4-BE49-F238E27FC236}">
                <a16:creationId xmlns:a16="http://schemas.microsoft.com/office/drawing/2014/main" id="{A81D4C07-78DD-1377-AADB-B49906154AF5}"/>
              </a:ext>
            </a:extLst>
          </p:cNvPr>
          <p:cNvSpPr>
            <a:spLocks noGrp="1"/>
          </p:cNvSpPr>
          <p:nvPr>
            <p:ph idx="1"/>
          </p:nvPr>
        </p:nvSpPr>
        <p:spPr/>
        <p:txBody>
          <a:bodyPr/>
          <a:lstStyle/>
          <a:p>
            <a:r>
              <a:rPr lang="en" altLang="zh-CN" dirty="0"/>
              <a:t>Spring</a:t>
            </a:r>
            <a:r>
              <a:rPr lang="zh-CN" altLang="en-US" dirty="0"/>
              <a:t> </a:t>
            </a:r>
            <a:r>
              <a:rPr lang="en-US" altLang="zh-CN" dirty="0"/>
              <a:t>Boot</a:t>
            </a:r>
            <a:r>
              <a:rPr lang="zh-CN" altLang="en-US" dirty="0"/>
              <a:t> </a:t>
            </a:r>
            <a:r>
              <a:rPr lang="en-US" altLang="zh-CN" dirty="0" err="1"/>
              <a:t>gRPC</a:t>
            </a:r>
            <a:r>
              <a:rPr lang="zh-CN" altLang="en-US" dirty="0"/>
              <a:t> </a:t>
            </a:r>
            <a:r>
              <a:rPr lang="en-US" altLang="zh-CN" dirty="0">
                <a:solidFill>
                  <a:srgbClr val="FF0000"/>
                </a:solidFill>
              </a:rPr>
              <a:t>Client</a:t>
            </a:r>
            <a:r>
              <a:rPr lang="zh-CN" altLang="en-US" dirty="0"/>
              <a:t> </a:t>
            </a:r>
            <a:r>
              <a:rPr lang="en-US" altLang="zh-CN" dirty="0"/>
              <a:t>Project – </a:t>
            </a:r>
            <a:r>
              <a:rPr lang="en-US" altLang="zh-CN" dirty="0" err="1"/>
              <a:t>application.properties</a:t>
            </a:r>
            <a:endParaRPr lang="en" altLang="zh-CN" dirty="0"/>
          </a:p>
          <a:p>
            <a:endParaRPr kumimoji="1" lang="zh-CN" altLang="en-US" dirty="0"/>
          </a:p>
        </p:txBody>
      </p:sp>
      <p:sp>
        <p:nvSpPr>
          <p:cNvPr id="4" name="灯片编号占位符 3">
            <a:extLst>
              <a:ext uri="{FF2B5EF4-FFF2-40B4-BE49-F238E27FC236}">
                <a16:creationId xmlns:a16="http://schemas.microsoft.com/office/drawing/2014/main" id="{541A2E37-54E2-F478-0B70-E7558B75D6F8}"/>
              </a:ext>
            </a:extLst>
          </p:cNvPr>
          <p:cNvSpPr>
            <a:spLocks noGrp="1"/>
          </p:cNvSpPr>
          <p:nvPr>
            <p:ph type="sldNum" sz="quarter" idx="12"/>
          </p:nvPr>
        </p:nvSpPr>
        <p:spPr/>
        <p:txBody>
          <a:bodyPr/>
          <a:lstStyle/>
          <a:p>
            <a:fld id="{CB818ED7-1FAF-4BEC-A906-EB6564C334EB}" type="slidenum">
              <a:rPr lang="zh-CN" altLang="en-US" smtClean="0"/>
              <a:pPr/>
              <a:t>42</a:t>
            </a:fld>
            <a:endParaRPr lang="zh-CN" altLang="en-US" dirty="0"/>
          </a:p>
        </p:txBody>
      </p:sp>
      <p:sp>
        <p:nvSpPr>
          <p:cNvPr id="8" name="文本框 7">
            <a:extLst>
              <a:ext uri="{FF2B5EF4-FFF2-40B4-BE49-F238E27FC236}">
                <a16:creationId xmlns:a16="http://schemas.microsoft.com/office/drawing/2014/main" id="{88491E80-A33D-8ACA-8377-1BD94376F7F2}"/>
              </a:ext>
            </a:extLst>
          </p:cNvPr>
          <p:cNvSpPr txBox="1"/>
          <p:nvPr/>
        </p:nvSpPr>
        <p:spPr>
          <a:xfrm>
            <a:off x="431540" y="1275606"/>
            <a:ext cx="8136904" cy="954107"/>
          </a:xfrm>
          <a:prstGeom prst="rect">
            <a:avLst/>
          </a:prstGeom>
          <a:noFill/>
        </p:spPr>
        <p:txBody>
          <a:bodyPr wrap="square">
            <a:spAutoFit/>
          </a:bodyPr>
          <a:lstStyle/>
          <a:p>
            <a:pPr>
              <a:buNone/>
            </a:pPr>
            <a:r>
              <a:rPr lang="en" altLang="zh-CN" sz="1400" dirty="0" err="1">
                <a:solidFill>
                  <a:srgbClr val="083080"/>
                </a:solidFill>
                <a:effectLst/>
                <a:latin typeface="JetBrains Mono"/>
              </a:rPr>
              <a:t>spring.application.name</a:t>
            </a:r>
            <a:r>
              <a:rPr lang="en" altLang="zh-CN" sz="1400" dirty="0">
                <a:solidFill>
                  <a:srgbClr val="080808"/>
                </a:solidFill>
                <a:effectLst/>
                <a:latin typeface="JetBrains Mono"/>
              </a:rPr>
              <a:t>=</a:t>
            </a:r>
            <a:r>
              <a:rPr lang="en" altLang="zh-CN" sz="1400" dirty="0" err="1">
                <a:solidFill>
                  <a:srgbClr val="067D17"/>
                </a:solidFill>
                <a:effectLst/>
                <a:latin typeface="JetBrains Mono"/>
              </a:rPr>
              <a:t>grpc</a:t>
            </a:r>
            <a:r>
              <a:rPr lang="en" altLang="zh-CN" sz="1400" dirty="0">
                <a:solidFill>
                  <a:srgbClr val="067D17"/>
                </a:solidFill>
                <a:effectLst/>
                <a:latin typeface="JetBrains Mono"/>
              </a:rPr>
              <a:t>-client</a:t>
            </a:r>
            <a:br>
              <a:rPr lang="en" altLang="zh-CN" sz="1400" dirty="0">
                <a:solidFill>
                  <a:srgbClr val="067D17"/>
                </a:solidFill>
                <a:effectLst/>
                <a:latin typeface="JetBrains Mono"/>
              </a:rPr>
            </a:br>
            <a:r>
              <a:rPr lang="en" altLang="zh-CN" sz="1400" dirty="0" err="1">
                <a:solidFill>
                  <a:srgbClr val="083080"/>
                </a:solidFill>
                <a:effectLst/>
                <a:latin typeface="JetBrains Mono"/>
              </a:rPr>
              <a:t>spring.grpc.client.default-channel.address</a:t>
            </a:r>
            <a:r>
              <a:rPr lang="en" altLang="zh-CN" sz="1400" dirty="0">
                <a:solidFill>
                  <a:srgbClr val="080808"/>
                </a:solidFill>
                <a:effectLst/>
                <a:latin typeface="JetBrains Mono"/>
              </a:rPr>
              <a:t>=</a:t>
            </a:r>
            <a:r>
              <a:rPr lang="en" altLang="zh-CN" sz="1400" dirty="0">
                <a:solidFill>
                  <a:srgbClr val="067D17"/>
                </a:solidFill>
                <a:effectLst/>
                <a:latin typeface="JetBrains Mono"/>
              </a:rPr>
              <a:t>static://0.0.0.0:${</a:t>
            </a:r>
            <a:r>
              <a:rPr lang="en" altLang="zh-CN" sz="1400" dirty="0">
                <a:solidFill>
                  <a:srgbClr val="083080"/>
                </a:solidFill>
                <a:effectLst/>
                <a:latin typeface="JetBrains Mono"/>
              </a:rPr>
              <a:t>launched.grpc.port</a:t>
            </a:r>
            <a:r>
              <a:rPr lang="en" altLang="zh-CN" sz="1400" dirty="0">
                <a:solidFill>
                  <a:srgbClr val="067D17"/>
                </a:solidFill>
                <a:effectLst/>
                <a:latin typeface="JetBrains Mono"/>
              </a:rPr>
              <a:t>:9090}</a:t>
            </a:r>
            <a:br>
              <a:rPr lang="en" altLang="zh-CN" sz="1400" dirty="0">
                <a:solidFill>
                  <a:srgbClr val="067D17"/>
                </a:solidFill>
                <a:effectLst/>
                <a:latin typeface="JetBrains Mono"/>
              </a:rPr>
            </a:br>
            <a:br>
              <a:rPr lang="en" altLang="zh-CN" sz="1400" dirty="0">
                <a:solidFill>
                  <a:srgbClr val="067D17"/>
                </a:solidFill>
                <a:effectLst/>
                <a:latin typeface="JetBrains Mono"/>
              </a:rPr>
            </a:br>
            <a:r>
              <a:rPr lang="en" altLang="zh-CN" sz="1400" i="1" dirty="0">
                <a:solidFill>
                  <a:srgbClr val="8C8C8C"/>
                </a:solidFill>
                <a:effectLst/>
                <a:latin typeface="JetBrains Mono"/>
              </a:rPr>
              <a:t>#logging.level.org.springframework.experimental.boot.server.exec=debug</a:t>
            </a:r>
            <a:endParaRPr lang="en" altLang="zh-CN" sz="1400" dirty="0">
              <a:solidFill>
                <a:srgbClr val="080808"/>
              </a:solidFill>
              <a:effectLst/>
              <a:latin typeface="JetBrains Mono"/>
            </a:endParaRPr>
          </a:p>
        </p:txBody>
      </p:sp>
      <p:pic>
        <p:nvPicPr>
          <p:cNvPr id="9" name="图片 8">
            <a:extLst>
              <a:ext uri="{FF2B5EF4-FFF2-40B4-BE49-F238E27FC236}">
                <a16:creationId xmlns:a16="http://schemas.microsoft.com/office/drawing/2014/main" id="{79E323BB-71CA-B755-4D78-05C2F003AEC8}"/>
              </a:ext>
            </a:extLst>
          </p:cNvPr>
          <p:cNvPicPr>
            <a:picLocks noChangeAspect="1"/>
          </p:cNvPicPr>
          <p:nvPr/>
        </p:nvPicPr>
        <p:blipFill>
          <a:blip r:embed="rId3"/>
          <a:stretch>
            <a:fillRect/>
          </a:stretch>
        </p:blipFill>
        <p:spPr>
          <a:xfrm>
            <a:off x="2627784" y="2341493"/>
            <a:ext cx="3744416" cy="2481764"/>
          </a:xfrm>
          <a:prstGeom prst="rect">
            <a:avLst/>
          </a:prstGeom>
        </p:spPr>
      </p:pic>
    </p:spTree>
    <p:extLst>
      <p:ext uri="{BB962C8B-B14F-4D97-AF65-F5344CB8AC3E}">
        <p14:creationId xmlns:p14="http://schemas.microsoft.com/office/powerpoint/2010/main" val="16751332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3050F-4605-5CF0-23ED-5B0D5D4E185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4F43038-728A-4592-05E0-62D7C52C906C}"/>
              </a:ext>
            </a:extLst>
          </p:cNvPr>
          <p:cNvSpPr>
            <a:spLocks noGrp="1"/>
          </p:cNvSpPr>
          <p:nvPr>
            <p:ph type="title"/>
          </p:nvPr>
        </p:nvSpPr>
        <p:spPr/>
        <p:txBody>
          <a:bodyPr/>
          <a:lstStyle/>
          <a:p>
            <a:r>
              <a:rPr lang="en" altLang="zh-CN" dirty="0">
                <a:effectLst/>
              </a:rPr>
              <a:t>Hello</a:t>
            </a:r>
            <a:r>
              <a:rPr lang="zh-CN" altLang="en-US" dirty="0">
                <a:effectLst/>
              </a:rPr>
              <a:t> </a:t>
            </a:r>
            <a:r>
              <a:rPr lang="en-US" altLang="zh-CN" dirty="0">
                <a:effectLst/>
              </a:rPr>
              <a:t>World</a:t>
            </a:r>
            <a:endParaRPr kumimoji="1" lang="zh-CN" altLang="en-US" dirty="0"/>
          </a:p>
        </p:txBody>
      </p:sp>
      <p:sp>
        <p:nvSpPr>
          <p:cNvPr id="3" name="内容占位符 2">
            <a:extLst>
              <a:ext uri="{FF2B5EF4-FFF2-40B4-BE49-F238E27FC236}">
                <a16:creationId xmlns:a16="http://schemas.microsoft.com/office/drawing/2014/main" id="{76104306-A29E-95B5-EEB9-F3812AD41963}"/>
              </a:ext>
            </a:extLst>
          </p:cNvPr>
          <p:cNvSpPr>
            <a:spLocks noGrp="1"/>
          </p:cNvSpPr>
          <p:nvPr>
            <p:ph idx="1"/>
          </p:nvPr>
        </p:nvSpPr>
        <p:spPr/>
        <p:txBody>
          <a:bodyPr/>
          <a:lstStyle/>
          <a:p>
            <a:r>
              <a:rPr lang="en" altLang="zh-CN" dirty="0"/>
              <a:t>Spring</a:t>
            </a:r>
            <a:r>
              <a:rPr lang="zh-CN" altLang="en-US" dirty="0"/>
              <a:t> </a:t>
            </a:r>
            <a:r>
              <a:rPr lang="en-US" altLang="zh-CN" dirty="0"/>
              <a:t>Boot</a:t>
            </a:r>
            <a:r>
              <a:rPr lang="zh-CN" altLang="en-US" dirty="0"/>
              <a:t> </a:t>
            </a:r>
            <a:r>
              <a:rPr lang="en-US" altLang="zh-CN" dirty="0" err="1"/>
              <a:t>gRPC</a:t>
            </a:r>
            <a:r>
              <a:rPr lang="zh-CN" altLang="en-US" dirty="0"/>
              <a:t> </a:t>
            </a:r>
            <a:r>
              <a:rPr lang="en-US" altLang="zh-CN" dirty="0">
                <a:solidFill>
                  <a:srgbClr val="FF0000"/>
                </a:solidFill>
              </a:rPr>
              <a:t>Client</a:t>
            </a:r>
            <a:r>
              <a:rPr lang="zh-CN" altLang="en-US" dirty="0"/>
              <a:t> </a:t>
            </a:r>
            <a:r>
              <a:rPr lang="en-US" altLang="zh-CN" dirty="0"/>
              <a:t>Project – dependency</a:t>
            </a:r>
            <a:endParaRPr lang="en" altLang="zh-CN" dirty="0"/>
          </a:p>
          <a:p>
            <a:endParaRPr kumimoji="1" lang="zh-CN" altLang="en-US" dirty="0"/>
          </a:p>
        </p:txBody>
      </p:sp>
      <p:sp>
        <p:nvSpPr>
          <p:cNvPr id="4" name="灯片编号占位符 3">
            <a:extLst>
              <a:ext uri="{FF2B5EF4-FFF2-40B4-BE49-F238E27FC236}">
                <a16:creationId xmlns:a16="http://schemas.microsoft.com/office/drawing/2014/main" id="{8A1A7EB5-FA94-1F62-48F7-355B832D3746}"/>
              </a:ext>
            </a:extLst>
          </p:cNvPr>
          <p:cNvSpPr>
            <a:spLocks noGrp="1"/>
          </p:cNvSpPr>
          <p:nvPr>
            <p:ph type="sldNum" sz="quarter" idx="12"/>
          </p:nvPr>
        </p:nvSpPr>
        <p:spPr/>
        <p:txBody>
          <a:bodyPr/>
          <a:lstStyle/>
          <a:p>
            <a:fld id="{CB818ED7-1FAF-4BEC-A906-EB6564C334EB}" type="slidenum">
              <a:rPr lang="zh-CN" altLang="en-US" smtClean="0"/>
              <a:pPr/>
              <a:t>43</a:t>
            </a:fld>
            <a:endParaRPr lang="zh-CN" altLang="en-US" dirty="0"/>
          </a:p>
        </p:txBody>
      </p:sp>
      <p:pic>
        <p:nvPicPr>
          <p:cNvPr id="6" name="图片 5">
            <a:extLst>
              <a:ext uri="{FF2B5EF4-FFF2-40B4-BE49-F238E27FC236}">
                <a16:creationId xmlns:a16="http://schemas.microsoft.com/office/drawing/2014/main" id="{7469BD8B-C47D-3B82-3C5A-B1C88032B48F}"/>
              </a:ext>
            </a:extLst>
          </p:cNvPr>
          <p:cNvPicPr>
            <a:picLocks noChangeAspect="1"/>
          </p:cNvPicPr>
          <p:nvPr/>
        </p:nvPicPr>
        <p:blipFill>
          <a:blip r:embed="rId3"/>
          <a:stretch>
            <a:fillRect/>
          </a:stretch>
        </p:blipFill>
        <p:spPr>
          <a:xfrm>
            <a:off x="2051720" y="1268489"/>
            <a:ext cx="4710261" cy="3875011"/>
          </a:xfrm>
          <a:prstGeom prst="rect">
            <a:avLst/>
          </a:prstGeom>
        </p:spPr>
      </p:pic>
    </p:spTree>
    <p:extLst>
      <p:ext uri="{BB962C8B-B14F-4D97-AF65-F5344CB8AC3E}">
        <p14:creationId xmlns:p14="http://schemas.microsoft.com/office/powerpoint/2010/main" val="36262842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EC39D7-77BE-EBB1-CA6E-9E8D2F2D85C2}"/>
              </a:ext>
            </a:extLst>
          </p:cNvPr>
          <p:cNvSpPr>
            <a:spLocks noGrp="1"/>
          </p:cNvSpPr>
          <p:nvPr>
            <p:ph type="title"/>
          </p:nvPr>
        </p:nvSpPr>
        <p:spPr/>
        <p:txBody>
          <a:bodyPr/>
          <a:lstStyle/>
          <a:p>
            <a:r>
              <a:rPr kumimoji="1" lang="en-US" altLang="zh-CN" dirty="0"/>
              <a:t>Hello</a:t>
            </a:r>
            <a:r>
              <a:rPr kumimoji="1" lang="zh-CN" altLang="en-US" dirty="0"/>
              <a:t> </a:t>
            </a:r>
            <a:r>
              <a:rPr kumimoji="1" lang="en-US" altLang="zh-CN" dirty="0"/>
              <a:t>World</a:t>
            </a:r>
            <a:endParaRPr kumimoji="1" lang="zh-CN" altLang="en-US" dirty="0"/>
          </a:p>
        </p:txBody>
      </p:sp>
      <p:sp>
        <p:nvSpPr>
          <p:cNvPr id="4" name="灯片编号占位符 3">
            <a:extLst>
              <a:ext uri="{FF2B5EF4-FFF2-40B4-BE49-F238E27FC236}">
                <a16:creationId xmlns:a16="http://schemas.microsoft.com/office/drawing/2014/main" id="{5F71D535-7758-6678-8A84-FD5EB664FA04}"/>
              </a:ext>
            </a:extLst>
          </p:cNvPr>
          <p:cNvSpPr>
            <a:spLocks noGrp="1"/>
          </p:cNvSpPr>
          <p:nvPr>
            <p:ph type="sldNum" sz="quarter" idx="12"/>
          </p:nvPr>
        </p:nvSpPr>
        <p:spPr/>
        <p:txBody>
          <a:bodyPr/>
          <a:lstStyle/>
          <a:p>
            <a:fld id="{CB818ED7-1FAF-4BEC-A906-EB6564C334EB}" type="slidenum">
              <a:rPr lang="zh-CN" altLang="en-US" smtClean="0"/>
              <a:pPr/>
              <a:t>44</a:t>
            </a:fld>
            <a:endParaRPr lang="zh-CN" altLang="en-US" dirty="0"/>
          </a:p>
        </p:txBody>
      </p:sp>
      <p:pic>
        <p:nvPicPr>
          <p:cNvPr id="5" name="图片 4">
            <a:extLst>
              <a:ext uri="{FF2B5EF4-FFF2-40B4-BE49-F238E27FC236}">
                <a16:creationId xmlns:a16="http://schemas.microsoft.com/office/drawing/2014/main" id="{62586838-6B5A-A65F-B745-1DC7BB4D059C}"/>
              </a:ext>
            </a:extLst>
          </p:cNvPr>
          <p:cNvPicPr>
            <a:picLocks noChangeAspect="1"/>
          </p:cNvPicPr>
          <p:nvPr/>
        </p:nvPicPr>
        <p:blipFill>
          <a:blip r:embed="rId2"/>
          <a:stretch>
            <a:fillRect/>
          </a:stretch>
        </p:blipFill>
        <p:spPr>
          <a:xfrm>
            <a:off x="685800" y="1059587"/>
            <a:ext cx="7772400" cy="1647178"/>
          </a:xfrm>
          <a:prstGeom prst="rect">
            <a:avLst/>
          </a:prstGeom>
        </p:spPr>
      </p:pic>
      <p:pic>
        <p:nvPicPr>
          <p:cNvPr id="6" name="图片 5">
            <a:extLst>
              <a:ext uri="{FF2B5EF4-FFF2-40B4-BE49-F238E27FC236}">
                <a16:creationId xmlns:a16="http://schemas.microsoft.com/office/drawing/2014/main" id="{247EBF46-DB5A-83E5-E2A9-24370F31BC08}"/>
              </a:ext>
            </a:extLst>
          </p:cNvPr>
          <p:cNvPicPr>
            <a:picLocks noChangeAspect="1"/>
          </p:cNvPicPr>
          <p:nvPr/>
        </p:nvPicPr>
        <p:blipFill>
          <a:blip r:embed="rId3"/>
          <a:stretch>
            <a:fillRect/>
          </a:stretch>
        </p:blipFill>
        <p:spPr>
          <a:xfrm>
            <a:off x="686374" y="2859782"/>
            <a:ext cx="3093538" cy="1414188"/>
          </a:xfrm>
          <a:prstGeom prst="rect">
            <a:avLst/>
          </a:prstGeom>
        </p:spPr>
      </p:pic>
      <p:pic>
        <p:nvPicPr>
          <p:cNvPr id="7" name="图片 6">
            <a:extLst>
              <a:ext uri="{FF2B5EF4-FFF2-40B4-BE49-F238E27FC236}">
                <a16:creationId xmlns:a16="http://schemas.microsoft.com/office/drawing/2014/main" id="{4CA55065-CF56-6F0C-3D3A-350EFE8F37AA}"/>
              </a:ext>
            </a:extLst>
          </p:cNvPr>
          <p:cNvPicPr>
            <a:picLocks noChangeAspect="1"/>
          </p:cNvPicPr>
          <p:nvPr/>
        </p:nvPicPr>
        <p:blipFill>
          <a:blip r:embed="rId4"/>
          <a:stretch>
            <a:fillRect/>
          </a:stretch>
        </p:blipFill>
        <p:spPr>
          <a:xfrm>
            <a:off x="3944516" y="2780864"/>
            <a:ext cx="4669115" cy="1591086"/>
          </a:xfrm>
          <a:prstGeom prst="rect">
            <a:avLst/>
          </a:prstGeom>
        </p:spPr>
      </p:pic>
      <p:sp>
        <p:nvSpPr>
          <p:cNvPr id="9" name="文本框 8">
            <a:extLst>
              <a:ext uri="{FF2B5EF4-FFF2-40B4-BE49-F238E27FC236}">
                <a16:creationId xmlns:a16="http://schemas.microsoft.com/office/drawing/2014/main" id="{71001250-259B-B4B9-80C6-00BDF1471E86}"/>
              </a:ext>
            </a:extLst>
          </p:cNvPr>
          <p:cNvSpPr txBox="1"/>
          <p:nvPr/>
        </p:nvSpPr>
        <p:spPr>
          <a:xfrm>
            <a:off x="2555776" y="4519030"/>
            <a:ext cx="6480720" cy="276999"/>
          </a:xfrm>
          <a:prstGeom prst="rect">
            <a:avLst/>
          </a:prstGeom>
          <a:noFill/>
        </p:spPr>
        <p:txBody>
          <a:bodyPr wrap="square">
            <a:spAutoFit/>
          </a:bodyPr>
          <a:lstStyle/>
          <a:p>
            <a:pPr>
              <a:buNone/>
            </a:pPr>
            <a:r>
              <a:rPr lang="en" altLang="zh-CN" sz="1200" dirty="0" err="1">
                <a:solidFill>
                  <a:srgbClr val="000000"/>
                </a:solidFill>
                <a:effectLst/>
                <a:latin typeface="Menlo" panose="020B0609030804020204" pitchFamily="49" charset="0"/>
              </a:rPr>
              <a:t>grpcurl</a:t>
            </a:r>
            <a:r>
              <a:rPr lang="en" altLang="zh-CN" sz="1200" dirty="0">
                <a:solidFill>
                  <a:srgbClr val="000000"/>
                </a:solidFill>
                <a:effectLst/>
                <a:latin typeface="Menlo" panose="020B0609030804020204" pitchFamily="49" charset="0"/>
              </a:rPr>
              <a:t> -d '{"</a:t>
            </a:r>
            <a:r>
              <a:rPr lang="en" altLang="zh-CN" sz="1200" dirty="0" err="1">
                <a:solidFill>
                  <a:srgbClr val="000000"/>
                </a:solidFill>
                <a:effectLst/>
                <a:latin typeface="Menlo" panose="020B0609030804020204" pitchFamily="49" charset="0"/>
              </a:rPr>
              <a:t>name":"Hi</a:t>
            </a:r>
            <a:r>
              <a:rPr lang="en" altLang="zh-CN" sz="1200" dirty="0">
                <a:solidFill>
                  <a:srgbClr val="000000"/>
                </a:solidFill>
                <a:effectLst/>
                <a:latin typeface="Menlo" panose="020B0609030804020204" pitchFamily="49" charset="0"/>
              </a:rPr>
              <a:t>"}' -plaintext localhost:9090 </a:t>
            </a:r>
            <a:r>
              <a:rPr lang="en" altLang="zh-CN" sz="1200" dirty="0" err="1">
                <a:solidFill>
                  <a:srgbClr val="000000"/>
                </a:solidFill>
                <a:effectLst/>
                <a:latin typeface="Menlo" panose="020B0609030804020204" pitchFamily="49" charset="0"/>
              </a:rPr>
              <a:t>Simple.SayHello</a:t>
            </a:r>
            <a:endParaRPr lang="en" altLang="zh-CN" sz="120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32900757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BA2107-2164-819D-F220-618E8A25CEDC}"/>
              </a:ext>
            </a:extLst>
          </p:cNvPr>
          <p:cNvSpPr>
            <a:spLocks noGrp="1"/>
          </p:cNvSpPr>
          <p:nvPr>
            <p:ph type="title"/>
          </p:nvPr>
        </p:nvSpPr>
        <p:spPr/>
        <p:txBody>
          <a:bodyPr/>
          <a:lstStyle/>
          <a:p>
            <a:r>
              <a:rPr kumimoji="1" lang="en-US" altLang="zh-CN" dirty="0"/>
              <a:t>Hello</a:t>
            </a:r>
            <a:r>
              <a:rPr kumimoji="1" lang="zh-CN" altLang="en-US" dirty="0"/>
              <a:t> </a:t>
            </a:r>
            <a:r>
              <a:rPr kumimoji="1" lang="en-US" altLang="zh-CN" dirty="0"/>
              <a:t>World</a:t>
            </a:r>
            <a:endParaRPr kumimoji="1" lang="zh-CN" altLang="en-US" dirty="0"/>
          </a:p>
        </p:txBody>
      </p:sp>
      <p:sp>
        <p:nvSpPr>
          <p:cNvPr id="3" name="内容占位符 2">
            <a:extLst>
              <a:ext uri="{FF2B5EF4-FFF2-40B4-BE49-F238E27FC236}">
                <a16:creationId xmlns:a16="http://schemas.microsoft.com/office/drawing/2014/main" id="{32259CD2-FEB0-D517-BB87-069829FBC42B}"/>
              </a:ext>
            </a:extLst>
          </p:cNvPr>
          <p:cNvSpPr>
            <a:spLocks noGrp="1"/>
          </p:cNvSpPr>
          <p:nvPr>
            <p:ph idx="1"/>
          </p:nvPr>
        </p:nvSpPr>
        <p:spPr/>
        <p:txBody>
          <a:bodyPr/>
          <a:lstStyle/>
          <a:p>
            <a:r>
              <a:rPr kumimoji="1" lang="en-US" altLang="zh-CN" dirty="0"/>
              <a:t>Postman</a:t>
            </a:r>
            <a:endParaRPr kumimoji="1" lang="zh-CN" altLang="en-US" dirty="0"/>
          </a:p>
        </p:txBody>
      </p:sp>
      <p:sp>
        <p:nvSpPr>
          <p:cNvPr id="4" name="灯片编号占位符 3">
            <a:extLst>
              <a:ext uri="{FF2B5EF4-FFF2-40B4-BE49-F238E27FC236}">
                <a16:creationId xmlns:a16="http://schemas.microsoft.com/office/drawing/2014/main" id="{1324DA38-33E4-53F9-97AA-EF46F21F7055}"/>
              </a:ext>
            </a:extLst>
          </p:cNvPr>
          <p:cNvSpPr>
            <a:spLocks noGrp="1"/>
          </p:cNvSpPr>
          <p:nvPr>
            <p:ph type="sldNum" sz="quarter" idx="12"/>
          </p:nvPr>
        </p:nvSpPr>
        <p:spPr/>
        <p:txBody>
          <a:bodyPr/>
          <a:lstStyle/>
          <a:p>
            <a:fld id="{CB818ED7-1FAF-4BEC-A906-EB6564C334EB}" type="slidenum">
              <a:rPr lang="zh-CN" altLang="en-US" smtClean="0"/>
              <a:pPr/>
              <a:t>45</a:t>
            </a:fld>
            <a:endParaRPr lang="zh-CN" altLang="en-US" dirty="0"/>
          </a:p>
        </p:txBody>
      </p:sp>
      <p:pic>
        <p:nvPicPr>
          <p:cNvPr id="6" name="图片 5">
            <a:extLst>
              <a:ext uri="{FF2B5EF4-FFF2-40B4-BE49-F238E27FC236}">
                <a16:creationId xmlns:a16="http://schemas.microsoft.com/office/drawing/2014/main" id="{B879B6F1-8ED4-8CBB-000D-5AC0F848C1A3}"/>
              </a:ext>
            </a:extLst>
          </p:cNvPr>
          <p:cNvPicPr>
            <a:picLocks noChangeAspect="1"/>
          </p:cNvPicPr>
          <p:nvPr/>
        </p:nvPicPr>
        <p:blipFill>
          <a:blip r:embed="rId2"/>
          <a:stretch>
            <a:fillRect/>
          </a:stretch>
        </p:blipFill>
        <p:spPr>
          <a:xfrm>
            <a:off x="1547664" y="762897"/>
            <a:ext cx="6696744" cy="4348651"/>
          </a:xfrm>
          <a:prstGeom prst="rect">
            <a:avLst/>
          </a:prstGeom>
        </p:spPr>
      </p:pic>
    </p:spTree>
    <p:extLst>
      <p:ext uri="{BB962C8B-B14F-4D97-AF65-F5344CB8AC3E}">
        <p14:creationId xmlns:p14="http://schemas.microsoft.com/office/powerpoint/2010/main" val="78582353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6336E-8B39-2005-E055-ED109646428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34975F7-A3BA-3A43-657C-9EE4EE410B36}"/>
              </a:ext>
            </a:extLst>
          </p:cNvPr>
          <p:cNvSpPr>
            <a:spLocks noGrp="1"/>
          </p:cNvSpPr>
          <p:nvPr>
            <p:ph type="title"/>
          </p:nvPr>
        </p:nvSpPr>
        <p:spPr/>
        <p:txBody>
          <a:bodyPr/>
          <a:lstStyle/>
          <a:p>
            <a:r>
              <a:rPr kumimoji="1" lang="en-US" altLang="zh-CN" dirty="0"/>
              <a:t>Hello</a:t>
            </a:r>
            <a:r>
              <a:rPr kumimoji="1" lang="zh-CN" altLang="en-US" dirty="0"/>
              <a:t> </a:t>
            </a:r>
            <a:r>
              <a:rPr kumimoji="1" lang="en-US" altLang="zh-CN" dirty="0"/>
              <a:t>World</a:t>
            </a:r>
            <a:endParaRPr kumimoji="1" lang="zh-CN" altLang="en-US" dirty="0"/>
          </a:p>
        </p:txBody>
      </p:sp>
      <p:sp>
        <p:nvSpPr>
          <p:cNvPr id="3" name="内容占位符 2">
            <a:extLst>
              <a:ext uri="{FF2B5EF4-FFF2-40B4-BE49-F238E27FC236}">
                <a16:creationId xmlns:a16="http://schemas.microsoft.com/office/drawing/2014/main" id="{44C9CB69-7FBF-74E7-DAC1-8330692B77EF}"/>
              </a:ext>
            </a:extLst>
          </p:cNvPr>
          <p:cNvSpPr>
            <a:spLocks noGrp="1"/>
          </p:cNvSpPr>
          <p:nvPr>
            <p:ph idx="1"/>
          </p:nvPr>
        </p:nvSpPr>
        <p:spPr/>
        <p:txBody>
          <a:bodyPr/>
          <a:lstStyle/>
          <a:p>
            <a:r>
              <a:rPr kumimoji="1" lang="en-US" altLang="zh-CN" dirty="0"/>
              <a:t>Postman</a:t>
            </a:r>
            <a:endParaRPr kumimoji="1" lang="zh-CN" altLang="en-US" dirty="0"/>
          </a:p>
        </p:txBody>
      </p:sp>
      <p:sp>
        <p:nvSpPr>
          <p:cNvPr id="4" name="灯片编号占位符 3">
            <a:extLst>
              <a:ext uri="{FF2B5EF4-FFF2-40B4-BE49-F238E27FC236}">
                <a16:creationId xmlns:a16="http://schemas.microsoft.com/office/drawing/2014/main" id="{EFA3BF70-3D9D-9FB1-A93D-52197AD93140}"/>
              </a:ext>
            </a:extLst>
          </p:cNvPr>
          <p:cNvSpPr>
            <a:spLocks noGrp="1"/>
          </p:cNvSpPr>
          <p:nvPr>
            <p:ph type="sldNum" sz="quarter" idx="12"/>
          </p:nvPr>
        </p:nvSpPr>
        <p:spPr/>
        <p:txBody>
          <a:bodyPr/>
          <a:lstStyle/>
          <a:p>
            <a:fld id="{CB818ED7-1FAF-4BEC-A906-EB6564C334EB}" type="slidenum">
              <a:rPr lang="zh-CN" altLang="en-US" smtClean="0"/>
              <a:pPr/>
              <a:t>46</a:t>
            </a:fld>
            <a:endParaRPr lang="zh-CN" altLang="en-US" dirty="0"/>
          </a:p>
        </p:txBody>
      </p:sp>
      <p:pic>
        <p:nvPicPr>
          <p:cNvPr id="5" name="图片 4">
            <a:extLst>
              <a:ext uri="{FF2B5EF4-FFF2-40B4-BE49-F238E27FC236}">
                <a16:creationId xmlns:a16="http://schemas.microsoft.com/office/drawing/2014/main" id="{8B3F4AB0-B2F6-9CDD-4486-DA80878A7C69}"/>
              </a:ext>
            </a:extLst>
          </p:cNvPr>
          <p:cNvPicPr>
            <a:picLocks noChangeAspect="1"/>
          </p:cNvPicPr>
          <p:nvPr/>
        </p:nvPicPr>
        <p:blipFill>
          <a:blip r:embed="rId2"/>
          <a:stretch>
            <a:fillRect/>
          </a:stretch>
        </p:blipFill>
        <p:spPr>
          <a:xfrm>
            <a:off x="1552532" y="699543"/>
            <a:ext cx="6878314" cy="4443958"/>
          </a:xfrm>
          <a:prstGeom prst="rect">
            <a:avLst/>
          </a:prstGeom>
        </p:spPr>
      </p:pic>
    </p:spTree>
    <p:extLst>
      <p:ext uri="{BB962C8B-B14F-4D97-AF65-F5344CB8AC3E}">
        <p14:creationId xmlns:p14="http://schemas.microsoft.com/office/powerpoint/2010/main" val="1477955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C1762-8D68-101B-611A-ABE6340597E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8A5D5CA-7E4D-8B7D-C764-E5A085700022}"/>
              </a:ext>
            </a:extLst>
          </p:cNvPr>
          <p:cNvSpPr>
            <a:spLocks noGrp="1"/>
          </p:cNvSpPr>
          <p:nvPr>
            <p:ph type="title"/>
          </p:nvPr>
        </p:nvSpPr>
        <p:spPr/>
        <p:txBody>
          <a:bodyPr/>
          <a:lstStyle/>
          <a:p>
            <a:r>
              <a:rPr kumimoji="1" lang="en-US" altLang="zh-CN" dirty="0"/>
              <a:t>References</a:t>
            </a:r>
            <a:endParaRPr kumimoji="1" lang="zh-CN" altLang="en-US" dirty="0"/>
          </a:p>
        </p:txBody>
      </p:sp>
      <p:sp>
        <p:nvSpPr>
          <p:cNvPr id="3" name="内容占位符 2">
            <a:extLst>
              <a:ext uri="{FF2B5EF4-FFF2-40B4-BE49-F238E27FC236}">
                <a16:creationId xmlns:a16="http://schemas.microsoft.com/office/drawing/2014/main" id="{5326F4CF-AE70-4E1C-B302-32511F4B526F}"/>
              </a:ext>
            </a:extLst>
          </p:cNvPr>
          <p:cNvSpPr>
            <a:spLocks noGrp="1"/>
          </p:cNvSpPr>
          <p:nvPr>
            <p:ph idx="1"/>
          </p:nvPr>
        </p:nvSpPr>
        <p:spPr/>
        <p:txBody>
          <a:bodyPr/>
          <a:lstStyle/>
          <a:p>
            <a:r>
              <a:rPr kumimoji="1" lang="en" altLang="zh-CN" dirty="0" err="1"/>
              <a:t>gRPC</a:t>
            </a:r>
            <a:endParaRPr kumimoji="1" lang="en" altLang="zh-CN" dirty="0"/>
          </a:p>
          <a:p>
            <a:pPr lvl="1"/>
            <a:r>
              <a:rPr kumimoji="1" lang="en" altLang="zh-CN" dirty="0">
                <a:hlinkClick r:id="rId2"/>
              </a:rPr>
              <a:t>https://grpc.io/</a:t>
            </a:r>
            <a:endParaRPr kumimoji="1" lang="en" altLang="zh-CN" dirty="0"/>
          </a:p>
          <a:p>
            <a:r>
              <a:rPr kumimoji="1" lang="en" altLang="zh-CN" dirty="0"/>
              <a:t>spring</a:t>
            </a:r>
            <a:r>
              <a:rPr kumimoji="1" lang="en-US" altLang="zh-CN" dirty="0"/>
              <a:t>-</a:t>
            </a:r>
            <a:r>
              <a:rPr kumimoji="1" lang="en-US" altLang="zh-CN" dirty="0" err="1"/>
              <a:t>grpc</a:t>
            </a:r>
            <a:endParaRPr kumimoji="1" lang="en" altLang="zh-CN" dirty="0"/>
          </a:p>
          <a:p>
            <a:pPr lvl="1"/>
            <a:r>
              <a:rPr kumimoji="1" lang="en" altLang="zh-CN" dirty="0">
                <a:hlinkClick r:id="rId3"/>
              </a:rPr>
              <a:t>https://github.com/spring-projects/spring-grpc/tree/main</a:t>
            </a:r>
            <a:r>
              <a:rPr kumimoji="1" lang="zh-CN" altLang="en-US" dirty="0"/>
              <a:t> </a:t>
            </a:r>
            <a:endParaRPr kumimoji="1" lang="en-US" altLang="zh-CN" dirty="0"/>
          </a:p>
          <a:p>
            <a:r>
              <a:rPr kumimoji="1" lang="en" altLang="zh-CN" dirty="0"/>
              <a:t>Spring</a:t>
            </a:r>
            <a:r>
              <a:rPr kumimoji="1" lang="zh-CN" altLang="en-US" dirty="0"/>
              <a:t> </a:t>
            </a:r>
            <a:r>
              <a:rPr kumimoji="1" lang="en-US" altLang="zh-CN" dirty="0" err="1"/>
              <a:t>gRPC</a:t>
            </a:r>
            <a:endParaRPr kumimoji="1" lang="en-US" altLang="zh-CN" dirty="0"/>
          </a:p>
          <a:p>
            <a:pPr lvl="1"/>
            <a:r>
              <a:rPr kumimoji="1" lang="en" altLang="zh-CN" dirty="0">
                <a:hlinkClick r:id="rId4"/>
              </a:rPr>
              <a:t>https://docs.spring.io/spring-grpc/reference/index.html</a:t>
            </a:r>
            <a:r>
              <a:rPr kumimoji="1" lang="zh-CN" altLang="en-US" dirty="0"/>
              <a:t> </a:t>
            </a:r>
            <a:endParaRPr kumimoji="1" lang="en" altLang="zh-CN" dirty="0"/>
          </a:p>
          <a:p>
            <a:endParaRPr kumimoji="1" lang="zh-CN" altLang="en-US" dirty="0"/>
          </a:p>
        </p:txBody>
      </p:sp>
      <p:sp>
        <p:nvSpPr>
          <p:cNvPr id="4" name="灯片编号占位符 3">
            <a:extLst>
              <a:ext uri="{FF2B5EF4-FFF2-40B4-BE49-F238E27FC236}">
                <a16:creationId xmlns:a16="http://schemas.microsoft.com/office/drawing/2014/main" id="{F939D85B-49A7-180E-3E4F-A7931B81BF0C}"/>
              </a:ext>
            </a:extLst>
          </p:cNvPr>
          <p:cNvSpPr>
            <a:spLocks noGrp="1"/>
          </p:cNvSpPr>
          <p:nvPr>
            <p:ph type="sldNum" sz="quarter" idx="12"/>
          </p:nvPr>
        </p:nvSpPr>
        <p:spPr/>
        <p:txBody>
          <a:bodyPr/>
          <a:lstStyle/>
          <a:p>
            <a:fld id="{CB818ED7-1FAF-4BEC-A906-EB6564C334EB}" type="slidenum">
              <a:rPr lang="zh-CN" altLang="en-US" smtClean="0"/>
              <a:pPr/>
              <a:t>47</a:t>
            </a:fld>
            <a:endParaRPr lang="zh-CN" altLang="en-US" dirty="0"/>
          </a:p>
        </p:txBody>
      </p:sp>
    </p:spTree>
    <p:extLst>
      <p:ext uri="{BB962C8B-B14F-4D97-AF65-F5344CB8AC3E}">
        <p14:creationId xmlns:p14="http://schemas.microsoft.com/office/powerpoint/2010/main" val="6852030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chemeClr val="tx2">
            <a:lumMod val="40000"/>
            <a:lumOff val="60000"/>
          </a:schemeClr>
        </a:solidFill>
        <a:effectLst/>
      </p:bgPr>
    </p:bg>
    <p:spTree>
      <p:nvGrpSpPr>
        <p:cNvPr id="1" name=""/>
        <p:cNvGrpSpPr/>
        <p:nvPr/>
      </p:nvGrpSpPr>
      <p:grpSpPr>
        <a:xfrm>
          <a:off x="0" y="0"/>
          <a:ext cx="0" cy="0"/>
          <a:chOff x="0" y="0"/>
          <a:chExt cx="0" cy="0"/>
        </a:xfrm>
      </p:grpSpPr>
      <p:sp>
        <p:nvSpPr>
          <p:cNvPr id="3" name="TextBox 2"/>
          <p:cNvSpPr txBox="1"/>
          <p:nvPr/>
        </p:nvSpPr>
        <p:spPr>
          <a:xfrm>
            <a:off x="1601670" y="3327834"/>
            <a:ext cx="3510390" cy="784830"/>
          </a:xfrm>
          <a:prstGeom prst="rect">
            <a:avLst/>
          </a:prstGeom>
          <a:noFill/>
        </p:spPr>
        <p:txBody>
          <a:bodyPr wrap="square" rtlCol="0">
            <a:spAutoFit/>
          </a:bodyPr>
          <a:lstStyle/>
          <a:p>
            <a:pPr algn="ctr"/>
            <a:r>
              <a:rPr lang="en-US" altLang="zh-CN" sz="4500" dirty="0">
                <a:solidFill>
                  <a:schemeClr val="bg1"/>
                </a:solidFill>
                <a:latin typeface="Tahoma" pitchFamily="34" charset="0"/>
                <a:ea typeface="Tahoma" pitchFamily="34" charset="0"/>
                <a:cs typeface="Tahoma" pitchFamily="34" charset="0"/>
              </a:rPr>
              <a:t>Thank You!</a:t>
            </a:r>
            <a:endParaRPr lang="zh-CN" altLang="en-US" sz="4500" dirty="0">
              <a:solidFill>
                <a:schemeClr val="bg1"/>
              </a:solidFill>
              <a:latin typeface="Tahoma" pitchFamily="34" charset="0"/>
              <a:cs typeface="Tahoma" pitchFamily="34" charset="0"/>
            </a:endParaRPr>
          </a:p>
        </p:txBody>
      </p:sp>
      <p:pic>
        <p:nvPicPr>
          <p:cNvPr id="4" name="图片 3"/>
          <p:cNvPicPr>
            <a:picLocks noChangeAspect="1"/>
          </p:cNvPicPr>
          <p:nvPr/>
        </p:nvPicPr>
        <p:blipFill>
          <a:blip r:embed="rId2">
            <a:biLevel thresh="25000"/>
            <a:extLst>
              <a:ext uri="{28A0092B-C50C-407E-A947-70E740481C1C}">
                <a14:useLocalDpi xmlns:a14="http://schemas.microsoft.com/office/drawing/2010/main" val="0"/>
              </a:ext>
            </a:extLst>
          </a:blip>
          <a:stretch>
            <a:fillRect/>
          </a:stretch>
        </p:blipFill>
        <p:spPr>
          <a:xfrm>
            <a:off x="5544108" y="489226"/>
            <a:ext cx="1848521" cy="517586"/>
          </a:xfrm>
          <a:prstGeom prst="rect">
            <a:avLst/>
          </a:prstGeom>
        </p:spPr>
      </p:pic>
      <p:sp>
        <p:nvSpPr>
          <p:cNvPr id="2" name="灯片编号占位符 1"/>
          <p:cNvSpPr>
            <a:spLocks noGrp="1"/>
          </p:cNvSpPr>
          <p:nvPr>
            <p:ph type="sldNum" sz="quarter" idx="12"/>
          </p:nvPr>
        </p:nvSpPr>
        <p:spPr/>
        <p:txBody>
          <a:bodyPr/>
          <a:lstStyle/>
          <a:p>
            <a:fld id="{CB818ED7-1FAF-4BEC-A906-EB6564C334EB}" type="slidenum">
              <a:rPr lang="zh-CN" altLang="en-US" smtClean="0"/>
              <a:pPr/>
              <a:t>48</a:t>
            </a:fld>
            <a:endParaRPr lang="zh-CN" altLang="en-US" dirty="0"/>
          </a:p>
        </p:txBody>
      </p:sp>
    </p:spTree>
    <p:extLst>
      <p:ext uri="{BB962C8B-B14F-4D97-AF65-F5344CB8AC3E}">
        <p14:creationId xmlns:p14="http://schemas.microsoft.com/office/powerpoint/2010/main" val="10070377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Office 主题​​">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38438</TotalTime>
  <Words>3279</Words>
  <Application>Microsoft Macintosh PowerPoint</Application>
  <PresentationFormat>全屏显示(16:9)</PresentationFormat>
  <Paragraphs>347</Paragraphs>
  <Slides>48</Slides>
  <Notes>10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48</vt:i4>
      </vt:variant>
    </vt:vector>
  </HeadingPairs>
  <TitlesOfParts>
    <vt:vector size="61" baseType="lpstr">
      <vt:lpstr>DengXian</vt:lpstr>
      <vt:lpstr>微软雅黑</vt:lpstr>
      <vt:lpstr>JetBrains Mono</vt:lpstr>
      <vt:lpstr>SFMono-Regular</vt:lpstr>
      <vt:lpstr>Arial</vt:lpstr>
      <vt:lpstr>Calibri</vt:lpstr>
      <vt:lpstr>Cambria</vt:lpstr>
      <vt:lpstr>Menlo</vt:lpstr>
      <vt:lpstr>Monaco</vt:lpstr>
      <vt:lpstr>Open Sans</vt:lpstr>
      <vt:lpstr>Tahoma</vt:lpstr>
      <vt:lpstr>Times New Roman</vt:lpstr>
      <vt:lpstr>Office 主题​​</vt:lpstr>
      <vt:lpstr>Architecture of Enterprise Applications 22 GraphQL </vt:lpstr>
      <vt:lpstr>Contents and Objectives</vt:lpstr>
      <vt:lpstr>GraphQL</vt:lpstr>
      <vt:lpstr>GraphQL</vt:lpstr>
      <vt:lpstr>GraphQL</vt:lpstr>
      <vt:lpstr>Queries and Mutations</vt:lpstr>
      <vt:lpstr>Queries and Mutations</vt:lpstr>
      <vt:lpstr>Queries and Mutations</vt:lpstr>
      <vt:lpstr>Queries and Mutations</vt:lpstr>
      <vt:lpstr>Queries and Mutations</vt:lpstr>
      <vt:lpstr>Queries and Mutations</vt:lpstr>
      <vt:lpstr>Queries and Mutations</vt:lpstr>
      <vt:lpstr>Queries and Mutations</vt:lpstr>
      <vt:lpstr>Getting started with Spring for GraphQL</vt:lpstr>
      <vt:lpstr>Getting started with Spring for GraphQL</vt:lpstr>
      <vt:lpstr>Getting started with Spring for GraphQL</vt:lpstr>
      <vt:lpstr>Getting started with Spring for GraphQL</vt:lpstr>
      <vt:lpstr>Getting started with Spring for GraphQL</vt:lpstr>
      <vt:lpstr>Getting started with Spring for GraphQL</vt:lpstr>
      <vt:lpstr>Getting started with Spring for GraphQL</vt:lpstr>
      <vt:lpstr>Getting started with Spring for GraphQL</vt:lpstr>
      <vt:lpstr>Sending GraphQL via Postman</vt:lpstr>
      <vt:lpstr>Sending GraphQL via Postman</vt:lpstr>
      <vt:lpstr>References</vt:lpstr>
      <vt:lpstr>Architecture of Enterprise Applications 22 gRPC </vt:lpstr>
      <vt:lpstr>gRPC</vt:lpstr>
      <vt:lpstr>gRPC</vt:lpstr>
      <vt:lpstr>gPRC</vt:lpstr>
      <vt:lpstr>gPRC</vt:lpstr>
      <vt:lpstr>Core Concepts</vt:lpstr>
      <vt:lpstr>Core Concepts</vt:lpstr>
      <vt:lpstr>Core Concepts</vt:lpstr>
      <vt:lpstr>Using the API</vt:lpstr>
      <vt:lpstr>Synchronous vs. asynchronous</vt:lpstr>
      <vt:lpstr>Hello World</vt:lpstr>
      <vt:lpstr>Hello World</vt:lpstr>
      <vt:lpstr>Hello World</vt:lpstr>
      <vt:lpstr>Hello World</vt:lpstr>
      <vt:lpstr>Hello World</vt:lpstr>
      <vt:lpstr>Hello World</vt:lpstr>
      <vt:lpstr>Hello World</vt:lpstr>
      <vt:lpstr>Hello World</vt:lpstr>
      <vt:lpstr>Hello World</vt:lpstr>
      <vt:lpstr>Hello World</vt:lpstr>
      <vt:lpstr>Hello World</vt:lpstr>
      <vt:lpstr>Hello World</vt:lpstr>
      <vt:lpstr>References</vt:lpstr>
      <vt:lpstr>PowerPoint 演示文稿</vt:lpstr>
    </vt:vector>
  </TitlesOfParts>
  <Company>REINS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REINS PPT</dc:title>
  <dc:subject>REINS BLUE</dc:subject>
  <dc:creator>REINS</dc:creator>
  <cp:lastModifiedBy>Haopeng Chen chen</cp:lastModifiedBy>
  <cp:revision>1844</cp:revision>
  <cp:lastPrinted>2019-04-27T08:04:11Z</cp:lastPrinted>
  <dcterms:created xsi:type="dcterms:W3CDTF">2011-12-13T14:18:46Z</dcterms:created>
  <dcterms:modified xsi:type="dcterms:W3CDTF">2025-12-11T03:13:12Z</dcterms:modified>
</cp:coreProperties>
</file>